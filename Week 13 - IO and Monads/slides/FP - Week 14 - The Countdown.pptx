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_rels/presentation.xml.rels" ContentType="application/vnd.openxmlformats-package.relationships+xml"/>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23.xml.rels" ContentType="application/vnd.openxmlformats-package.relationships+xml"/>
  <Override PartName="/ppt/slideLayouts/_rels/slideLayout30.xml.rels" ContentType="application/vnd.openxmlformats-package.relationships+xml"/>
  <Override PartName="/ppt/slideLayouts/_rels/slideLayout14.xml.rels" ContentType="application/vnd.openxmlformats-package.relationships+xml"/>
  <Override PartName="/ppt/slideLayouts/_rels/slideLayout29.xml.rels" ContentType="application/vnd.openxmlformats-package.relationships+xml"/>
  <Override PartName="/ppt/slideLayouts/_rels/slideLayout10.xml.rels" ContentType="application/vnd.openxmlformats-package.relationships+xml"/>
  <Override PartName="/ppt/slideLayouts/_rels/slideLayout25.xml.rels" ContentType="application/vnd.openxmlformats-package.relationships+xml"/>
  <Override PartName="/ppt/slideLayouts/_rels/slideLayout16.xml.rels" ContentType="application/vnd.openxmlformats-package.relationships+xml"/>
  <Override PartName="/ppt/slideLayouts/_rels/slideLayout32.xml.rels" ContentType="application/vnd.openxmlformats-package.relationships+xml"/>
  <Override PartName="/ppt/slideLayouts/_rels/slideLayout34.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31.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6.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27.xml.rels" ContentType="application/vnd.openxmlformats-package.relationships+xml"/>
  <Override PartName="/ppt/slideLayouts/_rels/slideLayout5.xml.rels" ContentType="application/vnd.openxmlformats-package.relationships+xml"/>
  <Override PartName="/ppt/slideLayouts/_rels/slideLayout1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1.xml.rels" ContentType="application/vnd.openxmlformats-package.relationships+xml"/>
  <Override PartName="/ppt/slideLayouts/_rels/slideLayout26.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33.xml" ContentType="application/vnd.openxmlformats-officedocument.presentationml.slideLayout+xml"/>
  <Override PartName="/ppt/slideLayouts/slideLayout10.xml" ContentType="application/vnd.openxmlformats-officedocument.presentationml.slideLayout+xml"/>
  <Override PartName="/ppt/slideLayouts/slideLayout34.xml" ContentType="application/vnd.openxmlformats-officedocument.presentationml.slideLayout+xml"/>
  <Override PartName="/ppt/slideLayouts/slideLayout11.xml" ContentType="application/vnd.openxmlformats-officedocument.presentationml.slideLayout+xml"/>
  <Override PartName="/ppt/slideLayouts/slideLayout35.xml" ContentType="application/vnd.openxmlformats-officedocument.presentationml.slideLayout+xml"/>
  <Override PartName="/ppt/slideLayouts/slideLayout12.xml" ContentType="application/vnd.openxmlformats-officedocument.presentationml.slideLayout+xml"/>
  <Override PartName="/ppt/slideLayouts/slideLayout36.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slideLayouts/slideLayout24.xml" ContentType="application/vnd.openxmlformats-officedocument.presentationml.slideLayout+xml"/>
  <Override PartName="/ppt/slideLayouts/slideLayout4.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slideLayouts/slideLayout2.xml" ContentType="application/vnd.openxmlformats-officedocument.presentationml.slideLayout+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media/image1.jpeg" ContentType="image/jpeg"/>
  <Override PartName="/ppt/media/image2.png" ContentType="image/png"/>
  <Override PartName="/ppt/presProps.xml" ContentType="application/vnd.openxmlformats-officedocument.presentationml.presProps+xml"/>
  <Override PartName="/ppt/slides/_rels/slide13.xml.rels" ContentType="application/vnd.openxmlformats-package.relationships+xml"/>
  <Override PartName="/ppt/slides/_rels/slide12.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03E876C2-11A6-4B41-8D8E-0C4D2BECCDA1}"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 name="PlaceHolder 2"/>
          <p:cNvSpPr>
            <a:spLocks noGrp="1"/>
          </p:cNvSpPr>
          <p:nvPr>
            <p:ph type="subTitle"/>
          </p:nvPr>
        </p:nvSpPr>
        <p:spPr>
          <a:xfrm>
            <a:off x="729360" y="1378080"/>
            <a:ext cx="7688520" cy="296172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1"/>
          </p:nvPr>
        </p:nvSpPr>
        <p:spPr/>
        <p:txBody>
          <a:bodyPr/>
          <a:p>
            <a:fld id="{21456E67-09BD-4D9B-BE1B-869E543D6064}"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 name="PlaceHolder 2"/>
          <p:cNvSpPr>
            <a:spLocks noGrp="1"/>
          </p:cNvSpPr>
          <p:nvPr>
            <p:ph/>
          </p:nvPr>
        </p:nvSpPr>
        <p:spPr>
          <a:xfrm>
            <a:off x="729360" y="1378080"/>
            <a:ext cx="7688520" cy="2961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1"/>
          </p:nvPr>
        </p:nvSpPr>
        <p:spPr/>
        <p:txBody>
          <a:bodyPr/>
          <a:p>
            <a:fld id="{02A4B374-74AE-4E96-8679-D5B7BAF87BB0}"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 name="PlaceHolder 2"/>
          <p:cNvSpPr>
            <a:spLocks noGrp="1"/>
          </p:cNvSpPr>
          <p:nvPr>
            <p:ph/>
          </p:nvPr>
        </p:nvSpPr>
        <p:spPr>
          <a:xfrm>
            <a:off x="729360" y="1378080"/>
            <a:ext cx="3751920" cy="2961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 name="PlaceHolder 3"/>
          <p:cNvSpPr>
            <a:spLocks noGrp="1"/>
          </p:cNvSpPr>
          <p:nvPr>
            <p:ph/>
          </p:nvPr>
        </p:nvSpPr>
        <p:spPr>
          <a:xfrm>
            <a:off x="4669200" y="1378080"/>
            <a:ext cx="3751920" cy="2961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5CF64E9E-CD71-4A37-8E10-84EC71BB2A5D}"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1"/>
          </p:nvPr>
        </p:nvSpPr>
        <p:spPr/>
        <p:txBody>
          <a:bodyPr/>
          <a:p>
            <a:fld id="{86CD6D43-22F6-461E-AB8E-CACFB19F0B13}"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6" name="PlaceHolder 1"/>
          <p:cNvSpPr>
            <a:spLocks noGrp="1"/>
          </p:cNvSpPr>
          <p:nvPr>
            <p:ph type="subTitle"/>
          </p:nvPr>
        </p:nvSpPr>
        <p:spPr>
          <a:xfrm>
            <a:off x="729360" y="572040"/>
            <a:ext cx="7688520" cy="248112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1"/>
          </p:nvPr>
        </p:nvSpPr>
        <p:spPr/>
        <p:txBody>
          <a:bodyPr/>
          <a:p>
            <a:fld id="{BF6B2928-C618-448D-BDA4-FA6D43CAE168}"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8" name="PlaceHolder 2"/>
          <p:cNvSpPr>
            <a:spLocks noGrp="1"/>
          </p:cNvSpPr>
          <p:nvPr>
            <p:ph/>
          </p:nvPr>
        </p:nvSpPr>
        <p:spPr>
          <a:xfrm>
            <a:off x="729360" y="137808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 name="PlaceHolder 3"/>
          <p:cNvSpPr>
            <a:spLocks noGrp="1"/>
          </p:cNvSpPr>
          <p:nvPr>
            <p:ph/>
          </p:nvPr>
        </p:nvSpPr>
        <p:spPr>
          <a:xfrm>
            <a:off x="4669200" y="1378080"/>
            <a:ext cx="3751920" cy="2961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 name="PlaceHolder 4"/>
          <p:cNvSpPr>
            <a:spLocks noGrp="1"/>
          </p:cNvSpPr>
          <p:nvPr>
            <p:ph/>
          </p:nvPr>
        </p:nvSpPr>
        <p:spPr>
          <a:xfrm>
            <a:off x="729360" y="292536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AAF64F0E-3BD5-42D9-8AE3-23FDA103FA8B}"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2" name="PlaceHolder 2"/>
          <p:cNvSpPr>
            <a:spLocks noGrp="1"/>
          </p:cNvSpPr>
          <p:nvPr>
            <p:ph/>
          </p:nvPr>
        </p:nvSpPr>
        <p:spPr>
          <a:xfrm>
            <a:off x="729360" y="1378080"/>
            <a:ext cx="3751920" cy="2961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3" name="PlaceHolder 3"/>
          <p:cNvSpPr>
            <a:spLocks noGrp="1"/>
          </p:cNvSpPr>
          <p:nvPr>
            <p:ph/>
          </p:nvPr>
        </p:nvSpPr>
        <p:spPr>
          <a:xfrm>
            <a:off x="4669200" y="137808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4" name="PlaceHolder 4"/>
          <p:cNvSpPr>
            <a:spLocks noGrp="1"/>
          </p:cNvSpPr>
          <p:nvPr>
            <p:ph/>
          </p:nvPr>
        </p:nvSpPr>
        <p:spPr>
          <a:xfrm>
            <a:off x="4669200" y="292536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96F02BF1-9B94-44EB-9B01-F8D0783FC8C7}"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6" name="PlaceHolder 2"/>
          <p:cNvSpPr>
            <a:spLocks noGrp="1"/>
          </p:cNvSpPr>
          <p:nvPr>
            <p:ph/>
          </p:nvPr>
        </p:nvSpPr>
        <p:spPr>
          <a:xfrm>
            <a:off x="729360" y="137808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7" name="PlaceHolder 3"/>
          <p:cNvSpPr>
            <a:spLocks noGrp="1"/>
          </p:cNvSpPr>
          <p:nvPr>
            <p:ph/>
          </p:nvPr>
        </p:nvSpPr>
        <p:spPr>
          <a:xfrm>
            <a:off x="4669200" y="137808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8" name="PlaceHolder 4"/>
          <p:cNvSpPr>
            <a:spLocks noGrp="1"/>
          </p:cNvSpPr>
          <p:nvPr>
            <p:ph/>
          </p:nvPr>
        </p:nvSpPr>
        <p:spPr>
          <a:xfrm>
            <a:off x="729360" y="2925360"/>
            <a:ext cx="76885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33EC1479-ACB3-4744-B538-3D60B1DC2F1B}"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0" name="PlaceHolder 2"/>
          <p:cNvSpPr>
            <a:spLocks noGrp="1"/>
          </p:cNvSpPr>
          <p:nvPr>
            <p:ph/>
          </p:nvPr>
        </p:nvSpPr>
        <p:spPr>
          <a:xfrm>
            <a:off x="729360" y="1378080"/>
            <a:ext cx="76885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1" name="PlaceHolder 3"/>
          <p:cNvSpPr>
            <a:spLocks noGrp="1"/>
          </p:cNvSpPr>
          <p:nvPr>
            <p:ph/>
          </p:nvPr>
        </p:nvSpPr>
        <p:spPr>
          <a:xfrm>
            <a:off x="729360" y="2925360"/>
            <a:ext cx="76885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ECC791A0-08FD-490D-821F-F41A97BF7469}"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3" name="PlaceHolder 2"/>
          <p:cNvSpPr>
            <a:spLocks noGrp="1"/>
          </p:cNvSpPr>
          <p:nvPr>
            <p:ph/>
          </p:nvPr>
        </p:nvSpPr>
        <p:spPr>
          <a:xfrm>
            <a:off x="729360" y="137808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4" name="PlaceHolder 3"/>
          <p:cNvSpPr>
            <a:spLocks noGrp="1"/>
          </p:cNvSpPr>
          <p:nvPr>
            <p:ph/>
          </p:nvPr>
        </p:nvSpPr>
        <p:spPr>
          <a:xfrm>
            <a:off x="4669200" y="137808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5" name="PlaceHolder 4"/>
          <p:cNvSpPr>
            <a:spLocks noGrp="1"/>
          </p:cNvSpPr>
          <p:nvPr>
            <p:ph/>
          </p:nvPr>
        </p:nvSpPr>
        <p:spPr>
          <a:xfrm>
            <a:off x="729360" y="292536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6" name="PlaceHolder 5"/>
          <p:cNvSpPr>
            <a:spLocks noGrp="1"/>
          </p:cNvSpPr>
          <p:nvPr>
            <p:ph/>
          </p:nvPr>
        </p:nvSpPr>
        <p:spPr>
          <a:xfrm>
            <a:off x="4669200" y="292536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1"/>
          </p:nvPr>
        </p:nvSpPr>
        <p:spPr/>
        <p:txBody>
          <a:bodyPr/>
          <a:p>
            <a:fld id="{B903134A-694B-43A8-8202-1164E8CC5ADB}" type="slidenum">
              <a:t>&lt;#&gt;</a:t>
            </a:fld>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8" name="PlaceHolder 2"/>
          <p:cNvSpPr>
            <a:spLocks noGrp="1"/>
          </p:cNvSpPr>
          <p:nvPr>
            <p:ph/>
          </p:nvPr>
        </p:nvSpPr>
        <p:spPr>
          <a:xfrm>
            <a:off x="729360" y="1378080"/>
            <a:ext cx="247536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9" name="PlaceHolder 3"/>
          <p:cNvSpPr>
            <a:spLocks noGrp="1"/>
          </p:cNvSpPr>
          <p:nvPr>
            <p:ph/>
          </p:nvPr>
        </p:nvSpPr>
        <p:spPr>
          <a:xfrm>
            <a:off x="3328920" y="1378080"/>
            <a:ext cx="247536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0" name="PlaceHolder 4"/>
          <p:cNvSpPr>
            <a:spLocks noGrp="1"/>
          </p:cNvSpPr>
          <p:nvPr>
            <p:ph/>
          </p:nvPr>
        </p:nvSpPr>
        <p:spPr>
          <a:xfrm>
            <a:off x="5928480" y="1378080"/>
            <a:ext cx="247536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1" name="PlaceHolder 5"/>
          <p:cNvSpPr>
            <a:spLocks noGrp="1"/>
          </p:cNvSpPr>
          <p:nvPr>
            <p:ph/>
          </p:nvPr>
        </p:nvSpPr>
        <p:spPr>
          <a:xfrm>
            <a:off x="729360" y="2925360"/>
            <a:ext cx="247536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2" name="PlaceHolder 6"/>
          <p:cNvSpPr>
            <a:spLocks noGrp="1"/>
          </p:cNvSpPr>
          <p:nvPr>
            <p:ph/>
          </p:nvPr>
        </p:nvSpPr>
        <p:spPr>
          <a:xfrm>
            <a:off x="3328920" y="2925360"/>
            <a:ext cx="247536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3" name="PlaceHolder 7"/>
          <p:cNvSpPr>
            <a:spLocks noGrp="1"/>
          </p:cNvSpPr>
          <p:nvPr>
            <p:ph/>
          </p:nvPr>
        </p:nvSpPr>
        <p:spPr>
          <a:xfrm>
            <a:off x="5928480" y="2925360"/>
            <a:ext cx="247536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1"/>
          </p:nvPr>
        </p:nvSpPr>
        <p:spPr/>
        <p:txBody>
          <a:bodyPr/>
          <a:p>
            <a:fld id="{E33E1D92-B06F-4144-9645-1AE43A0185F9}"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680229C0-CD34-481C-94DB-524D3586B758}"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0"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1" name="PlaceHolder 2"/>
          <p:cNvSpPr>
            <a:spLocks noGrp="1"/>
          </p:cNvSpPr>
          <p:nvPr>
            <p:ph type="subTitle"/>
          </p:nvPr>
        </p:nvSpPr>
        <p:spPr>
          <a:xfrm>
            <a:off x="729360" y="1378080"/>
            <a:ext cx="7688520" cy="296172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2"/>
          </p:nvPr>
        </p:nvSpPr>
        <p:spPr/>
        <p:txBody>
          <a:bodyPr/>
          <a:p>
            <a:fld id="{1FAB7503-3591-4AEC-8454-E1BA384980C3}"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3" name="PlaceHolder 2"/>
          <p:cNvSpPr>
            <a:spLocks noGrp="1"/>
          </p:cNvSpPr>
          <p:nvPr>
            <p:ph/>
          </p:nvPr>
        </p:nvSpPr>
        <p:spPr>
          <a:xfrm>
            <a:off x="729360" y="1378080"/>
            <a:ext cx="7688520" cy="2961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2"/>
          </p:nvPr>
        </p:nvSpPr>
        <p:spPr/>
        <p:txBody>
          <a:bodyPr/>
          <a:p>
            <a:fld id="{77236539-A69E-437F-BB66-8892CFA0C524}"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5" name="PlaceHolder 2"/>
          <p:cNvSpPr>
            <a:spLocks noGrp="1"/>
          </p:cNvSpPr>
          <p:nvPr>
            <p:ph/>
          </p:nvPr>
        </p:nvSpPr>
        <p:spPr>
          <a:xfrm>
            <a:off x="729360" y="1378080"/>
            <a:ext cx="3751920" cy="2961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6" name="PlaceHolder 3"/>
          <p:cNvSpPr>
            <a:spLocks noGrp="1"/>
          </p:cNvSpPr>
          <p:nvPr>
            <p:ph/>
          </p:nvPr>
        </p:nvSpPr>
        <p:spPr>
          <a:xfrm>
            <a:off x="4669200" y="1378080"/>
            <a:ext cx="3751920" cy="2961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DD3FD249-ACE1-4559-9604-0D482C7BCACF}"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7"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2"/>
          </p:nvPr>
        </p:nvSpPr>
        <p:spPr/>
        <p:txBody>
          <a:bodyPr/>
          <a:p>
            <a:fld id="{79314A57-9DDC-4193-84A2-04A3A98711CA}"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8" name="PlaceHolder 1"/>
          <p:cNvSpPr>
            <a:spLocks noGrp="1"/>
          </p:cNvSpPr>
          <p:nvPr>
            <p:ph type="subTitle"/>
          </p:nvPr>
        </p:nvSpPr>
        <p:spPr>
          <a:xfrm>
            <a:off x="729360" y="572040"/>
            <a:ext cx="7688520" cy="248112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2"/>
          </p:nvPr>
        </p:nvSpPr>
        <p:spPr/>
        <p:txBody>
          <a:bodyPr/>
          <a:p>
            <a:fld id="{882AF86D-1D11-4A73-8DBF-0A7EFFA703D1}" type="slidenum">
              <a:t>&lt;#&gt;</a:t>
            </a:fld>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0" name="PlaceHolder 2"/>
          <p:cNvSpPr>
            <a:spLocks noGrp="1"/>
          </p:cNvSpPr>
          <p:nvPr>
            <p:ph/>
          </p:nvPr>
        </p:nvSpPr>
        <p:spPr>
          <a:xfrm>
            <a:off x="729360" y="137808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1" name="PlaceHolder 3"/>
          <p:cNvSpPr>
            <a:spLocks noGrp="1"/>
          </p:cNvSpPr>
          <p:nvPr>
            <p:ph/>
          </p:nvPr>
        </p:nvSpPr>
        <p:spPr>
          <a:xfrm>
            <a:off x="4669200" y="1378080"/>
            <a:ext cx="3751920" cy="2961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2" name="PlaceHolder 4"/>
          <p:cNvSpPr>
            <a:spLocks noGrp="1"/>
          </p:cNvSpPr>
          <p:nvPr>
            <p:ph/>
          </p:nvPr>
        </p:nvSpPr>
        <p:spPr>
          <a:xfrm>
            <a:off x="729360" y="292536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51377775-C9D9-441F-94BC-6F166AF3B6C2}" type="slidenum">
              <a:t>&lt;#&gt;</a:t>
            </a:fld>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4" name="PlaceHolder 2"/>
          <p:cNvSpPr>
            <a:spLocks noGrp="1"/>
          </p:cNvSpPr>
          <p:nvPr>
            <p:ph/>
          </p:nvPr>
        </p:nvSpPr>
        <p:spPr>
          <a:xfrm>
            <a:off x="729360" y="1378080"/>
            <a:ext cx="3751920" cy="2961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5" name="PlaceHolder 3"/>
          <p:cNvSpPr>
            <a:spLocks noGrp="1"/>
          </p:cNvSpPr>
          <p:nvPr>
            <p:ph/>
          </p:nvPr>
        </p:nvSpPr>
        <p:spPr>
          <a:xfrm>
            <a:off x="4669200" y="137808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6" name="PlaceHolder 4"/>
          <p:cNvSpPr>
            <a:spLocks noGrp="1"/>
          </p:cNvSpPr>
          <p:nvPr>
            <p:ph/>
          </p:nvPr>
        </p:nvSpPr>
        <p:spPr>
          <a:xfrm>
            <a:off x="4669200" y="292536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BC476C9E-0815-486C-81B4-0B497AC8240D}" type="slidenum">
              <a:t>&lt;#&gt;</a:t>
            </a:fld>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8" name="PlaceHolder 2"/>
          <p:cNvSpPr>
            <a:spLocks noGrp="1"/>
          </p:cNvSpPr>
          <p:nvPr>
            <p:ph/>
          </p:nvPr>
        </p:nvSpPr>
        <p:spPr>
          <a:xfrm>
            <a:off x="729360" y="137808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9" name="PlaceHolder 3"/>
          <p:cNvSpPr>
            <a:spLocks noGrp="1"/>
          </p:cNvSpPr>
          <p:nvPr>
            <p:ph/>
          </p:nvPr>
        </p:nvSpPr>
        <p:spPr>
          <a:xfrm>
            <a:off x="4669200" y="137808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0" name="PlaceHolder 4"/>
          <p:cNvSpPr>
            <a:spLocks noGrp="1"/>
          </p:cNvSpPr>
          <p:nvPr>
            <p:ph/>
          </p:nvPr>
        </p:nvSpPr>
        <p:spPr>
          <a:xfrm>
            <a:off x="729360" y="2925360"/>
            <a:ext cx="76885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DD31AF71-3F1F-4F7D-B13E-DFB9AB664F72}" type="slidenum">
              <a:t>&lt;#&gt;</a:t>
            </a:fld>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72" name="PlaceHolder 2"/>
          <p:cNvSpPr>
            <a:spLocks noGrp="1"/>
          </p:cNvSpPr>
          <p:nvPr>
            <p:ph/>
          </p:nvPr>
        </p:nvSpPr>
        <p:spPr>
          <a:xfrm>
            <a:off x="729360" y="1378080"/>
            <a:ext cx="76885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3" name="PlaceHolder 3"/>
          <p:cNvSpPr>
            <a:spLocks noGrp="1"/>
          </p:cNvSpPr>
          <p:nvPr>
            <p:ph/>
          </p:nvPr>
        </p:nvSpPr>
        <p:spPr>
          <a:xfrm>
            <a:off x="729360" y="2925360"/>
            <a:ext cx="76885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9A8BBF99-8722-4D5E-B375-201E5B8299A6}" type="slidenum">
              <a:t>&lt;#&gt;</a:t>
            </a:fld>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75" name="PlaceHolder 2"/>
          <p:cNvSpPr>
            <a:spLocks noGrp="1"/>
          </p:cNvSpPr>
          <p:nvPr>
            <p:ph/>
          </p:nvPr>
        </p:nvSpPr>
        <p:spPr>
          <a:xfrm>
            <a:off x="729360" y="137808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6" name="PlaceHolder 3"/>
          <p:cNvSpPr>
            <a:spLocks noGrp="1"/>
          </p:cNvSpPr>
          <p:nvPr>
            <p:ph/>
          </p:nvPr>
        </p:nvSpPr>
        <p:spPr>
          <a:xfrm>
            <a:off x="4669200" y="137808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7" name="PlaceHolder 4"/>
          <p:cNvSpPr>
            <a:spLocks noGrp="1"/>
          </p:cNvSpPr>
          <p:nvPr>
            <p:ph/>
          </p:nvPr>
        </p:nvSpPr>
        <p:spPr>
          <a:xfrm>
            <a:off x="729360" y="292536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8" name="PlaceHolder 5"/>
          <p:cNvSpPr>
            <a:spLocks noGrp="1"/>
          </p:cNvSpPr>
          <p:nvPr>
            <p:ph/>
          </p:nvPr>
        </p:nvSpPr>
        <p:spPr>
          <a:xfrm>
            <a:off x="4669200" y="292536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2"/>
          </p:nvPr>
        </p:nvSpPr>
        <p:spPr/>
        <p:txBody>
          <a:bodyPr/>
          <a:p>
            <a:fld id="{E83FE2CA-9F0D-4BF6-91C4-016A1DD151BC}" type="slidenum">
              <a:t>&lt;#&gt;</a:t>
            </a:fld>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80" name="PlaceHolder 2"/>
          <p:cNvSpPr>
            <a:spLocks noGrp="1"/>
          </p:cNvSpPr>
          <p:nvPr>
            <p:ph/>
          </p:nvPr>
        </p:nvSpPr>
        <p:spPr>
          <a:xfrm>
            <a:off x="729360" y="1378080"/>
            <a:ext cx="247536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1" name="PlaceHolder 3"/>
          <p:cNvSpPr>
            <a:spLocks noGrp="1"/>
          </p:cNvSpPr>
          <p:nvPr>
            <p:ph/>
          </p:nvPr>
        </p:nvSpPr>
        <p:spPr>
          <a:xfrm>
            <a:off x="3328920" y="1378080"/>
            <a:ext cx="247536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2" name="PlaceHolder 4"/>
          <p:cNvSpPr>
            <a:spLocks noGrp="1"/>
          </p:cNvSpPr>
          <p:nvPr>
            <p:ph/>
          </p:nvPr>
        </p:nvSpPr>
        <p:spPr>
          <a:xfrm>
            <a:off x="5928480" y="1378080"/>
            <a:ext cx="247536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3" name="PlaceHolder 5"/>
          <p:cNvSpPr>
            <a:spLocks noGrp="1"/>
          </p:cNvSpPr>
          <p:nvPr>
            <p:ph/>
          </p:nvPr>
        </p:nvSpPr>
        <p:spPr>
          <a:xfrm>
            <a:off x="729360" y="2925360"/>
            <a:ext cx="247536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4" name="PlaceHolder 6"/>
          <p:cNvSpPr>
            <a:spLocks noGrp="1"/>
          </p:cNvSpPr>
          <p:nvPr>
            <p:ph/>
          </p:nvPr>
        </p:nvSpPr>
        <p:spPr>
          <a:xfrm>
            <a:off x="3328920" y="2925360"/>
            <a:ext cx="247536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5" name="PlaceHolder 7"/>
          <p:cNvSpPr>
            <a:spLocks noGrp="1"/>
          </p:cNvSpPr>
          <p:nvPr>
            <p:ph/>
          </p:nvPr>
        </p:nvSpPr>
        <p:spPr>
          <a:xfrm>
            <a:off x="5928480" y="2925360"/>
            <a:ext cx="247536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2"/>
          </p:nvPr>
        </p:nvSpPr>
        <p:spPr/>
        <p:txBody>
          <a:bodyPr/>
          <a:p>
            <a:fld id="{16B07859-6513-4BFF-A314-218D12AB53DB}" type="slidenum">
              <a:t>&lt;#&gt;</a:t>
            </a:fld>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B83A064C-6841-4F6B-A629-EA6262690A7C}" type="slidenum">
              <a:t>&lt;#&gt;</a:t>
            </a:fld>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3"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4" name="PlaceHolder 2"/>
          <p:cNvSpPr>
            <a:spLocks noGrp="1"/>
          </p:cNvSpPr>
          <p:nvPr>
            <p:ph type="subTitle"/>
          </p:nvPr>
        </p:nvSpPr>
        <p:spPr>
          <a:xfrm>
            <a:off x="729360" y="1378080"/>
            <a:ext cx="7688520" cy="296172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3"/>
          </p:nvPr>
        </p:nvSpPr>
        <p:spPr/>
        <p:txBody>
          <a:bodyPr/>
          <a:p>
            <a:fld id="{38DF4582-7363-4874-95A6-8E242D1A40D3}" type="slidenum">
              <a:t>&lt;#&gt;</a:t>
            </a:fld>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6" name="PlaceHolder 2"/>
          <p:cNvSpPr>
            <a:spLocks noGrp="1"/>
          </p:cNvSpPr>
          <p:nvPr>
            <p:ph/>
          </p:nvPr>
        </p:nvSpPr>
        <p:spPr>
          <a:xfrm>
            <a:off x="729360" y="1378080"/>
            <a:ext cx="7688520" cy="2961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3"/>
          </p:nvPr>
        </p:nvSpPr>
        <p:spPr/>
        <p:txBody>
          <a:bodyPr/>
          <a:p>
            <a:fld id="{C9263E09-2170-4142-8DD6-458DCDBFB358}" type="slidenum">
              <a:t>&lt;#&gt;</a:t>
            </a:fld>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8" name="PlaceHolder 2"/>
          <p:cNvSpPr>
            <a:spLocks noGrp="1"/>
          </p:cNvSpPr>
          <p:nvPr>
            <p:ph/>
          </p:nvPr>
        </p:nvSpPr>
        <p:spPr>
          <a:xfrm>
            <a:off x="729360" y="1378080"/>
            <a:ext cx="3751920" cy="2961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9" name="PlaceHolder 3"/>
          <p:cNvSpPr>
            <a:spLocks noGrp="1"/>
          </p:cNvSpPr>
          <p:nvPr>
            <p:ph/>
          </p:nvPr>
        </p:nvSpPr>
        <p:spPr>
          <a:xfrm>
            <a:off x="4669200" y="1378080"/>
            <a:ext cx="3751920" cy="2961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3"/>
          </p:nvPr>
        </p:nvSpPr>
        <p:spPr/>
        <p:txBody>
          <a:bodyPr/>
          <a:p>
            <a:fld id="{2A3B9C1D-0894-482F-81BD-E0555A18B163}" type="slidenum">
              <a:t>&lt;#&gt;</a:t>
            </a:fld>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0"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3"/>
          </p:nvPr>
        </p:nvSpPr>
        <p:spPr/>
        <p:txBody>
          <a:bodyPr/>
          <a:p>
            <a:fld id="{BC3E4A75-5AEB-43E8-AAE7-55046FBBBFEF}" type="slidenum">
              <a:t>&lt;#&gt;</a:t>
            </a:fld>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1" name="PlaceHolder 1"/>
          <p:cNvSpPr>
            <a:spLocks noGrp="1"/>
          </p:cNvSpPr>
          <p:nvPr>
            <p:ph type="subTitle"/>
          </p:nvPr>
        </p:nvSpPr>
        <p:spPr>
          <a:xfrm>
            <a:off x="729360" y="572040"/>
            <a:ext cx="7688520" cy="248112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3"/>
          </p:nvPr>
        </p:nvSpPr>
        <p:spPr/>
        <p:txBody>
          <a:bodyPr/>
          <a:p>
            <a:fld id="{FE6F1B00-E8F4-4584-BC91-3A9454015974}" type="slidenum">
              <a:t>&lt;#&gt;</a:t>
            </a:fld>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3" name="PlaceHolder 2"/>
          <p:cNvSpPr>
            <a:spLocks noGrp="1"/>
          </p:cNvSpPr>
          <p:nvPr>
            <p:ph/>
          </p:nvPr>
        </p:nvSpPr>
        <p:spPr>
          <a:xfrm>
            <a:off x="729360" y="137808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4" name="PlaceHolder 3"/>
          <p:cNvSpPr>
            <a:spLocks noGrp="1"/>
          </p:cNvSpPr>
          <p:nvPr>
            <p:ph/>
          </p:nvPr>
        </p:nvSpPr>
        <p:spPr>
          <a:xfrm>
            <a:off x="4669200" y="1378080"/>
            <a:ext cx="3751920" cy="2961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5" name="PlaceHolder 4"/>
          <p:cNvSpPr>
            <a:spLocks noGrp="1"/>
          </p:cNvSpPr>
          <p:nvPr>
            <p:ph/>
          </p:nvPr>
        </p:nvSpPr>
        <p:spPr>
          <a:xfrm>
            <a:off x="729360" y="292536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B2810AE6-92F2-4CFD-9ED9-C343FB715D53}" type="slidenum">
              <a:t>&lt;#&gt;</a:t>
            </a:fld>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7" name="PlaceHolder 2"/>
          <p:cNvSpPr>
            <a:spLocks noGrp="1"/>
          </p:cNvSpPr>
          <p:nvPr>
            <p:ph/>
          </p:nvPr>
        </p:nvSpPr>
        <p:spPr>
          <a:xfrm>
            <a:off x="729360" y="1378080"/>
            <a:ext cx="3751920" cy="2961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8" name="PlaceHolder 3"/>
          <p:cNvSpPr>
            <a:spLocks noGrp="1"/>
          </p:cNvSpPr>
          <p:nvPr>
            <p:ph/>
          </p:nvPr>
        </p:nvSpPr>
        <p:spPr>
          <a:xfrm>
            <a:off x="4669200" y="137808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9" name="PlaceHolder 4"/>
          <p:cNvSpPr>
            <a:spLocks noGrp="1"/>
          </p:cNvSpPr>
          <p:nvPr>
            <p:ph/>
          </p:nvPr>
        </p:nvSpPr>
        <p:spPr>
          <a:xfrm>
            <a:off x="4669200" y="292536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B08A242E-1635-4F24-9244-35067AFB453E}" type="slidenum">
              <a:t>&lt;#&gt;</a:t>
            </a:fld>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1" name="PlaceHolder 2"/>
          <p:cNvSpPr>
            <a:spLocks noGrp="1"/>
          </p:cNvSpPr>
          <p:nvPr>
            <p:ph/>
          </p:nvPr>
        </p:nvSpPr>
        <p:spPr>
          <a:xfrm>
            <a:off x="729360" y="137808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2" name="PlaceHolder 3"/>
          <p:cNvSpPr>
            <a:spLocks noGrp="1"/>
          </p:cNvSpPr>
          <p:nvPr>
            <p:ph/>
          </p:nvPr>
        </p:nvSpPr>
        <p:spPr>
          <a:xfrm>
            <a:off x="4669200" y="137808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3" name="PlaceHolder 4"/>
          <p:cNvSpPr>
            <a:spLocks noGrp="1"/>
          </p:cNvSpPr>
          <p:nvPr>
            <p:ph/>
          </p:nvPr>
        </p:nvSpPr>
        <p:spPr>
          <a:xfrm>
            <a:off x="729360" y="2925360"/>
            <a:ext cx="76885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EB788DC9-79E6-42C6-A978-6E3D826F2963}" type="slidenum">
              <a:t>&lt;#&gt;</a:t>
            </a:fld>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5" name="PlaceHolder 2"/>
          <p:cNvSpPr>
            <a:spLocks noGrp="1"/>
          </p:cNvSpPr>
          <p:nvPr>
            <p:ph/>
          </p:nvPr>
        </p:nvSpPr>
        <p:spPr>
          <a:xfrm>
            <a:off x="729360" y="1378080"/>
            <a:ext cx="76885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6" name="PlaceHolder 3"/>
          <p:cNvSpPr>
            <a:spLocks noGrp="1"/>
          </p:cNvSpPr>
          <p:nvPr>
            <p:ph/>
          </p:nvPr>
        </p:nvSpPr>
        <p:spPr>
          <a:xfrm>
            <a:off x="729360" y="2925360"/>
            <a:ext cx="76885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3"/>
          </p:nvPr>
        </p:nvSpPr>
        <p:spPr/>
        <p:txBody>
          <a:bodyPr/>
          <a:p>
            <a:fld id="{A8F06F31-F1B9-4691-AB1F-6704FBDA9FDF}" type="slidenum">
              <a:t>&lt;#&gt;</a:t>
            </a:fld>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8" name="PlaceHolder 2"/>
          <p:cNvSpPr>
            <a:spLocks noGrp="1"/>
          </p:cNvSpPr>
          <p:nvPr>
            <p:ph/>
          </p:nvPr>
        </p:nvSpPr>
        <p:spPr>
          <a:xfrm>
            <a:off x="729360" y="137808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9" name="PlaceHolder 3"/>
          <p:cNvSpPr>
            <a:spLocks noGrp="1"/>
          </p:cNvSpPr>
          <p:nvPr>
            <p:ph/>
          </p:nvPr>
        </p:nvSpPr>
        <p:spPr>
          <a:xfrm>
            <a:off x="4669200" y="137808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0" name="PlaceHolder 4"/>
          <p:cNvSpPr>
            <a:spLocks noGrp="1"/>
          </p:cNvSpPr>
          <p:nvPr>
            <p:ph/>
          </p:nvPr>
        </p:nvSpPr>
        <p:spPr>
          <a:xfrm>
            <a:off x="729360" y="292536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1" name="PlaceHolder 5"/>
          <p:cNvSpPr>
            <a:spLocks noGrp="1"/>
          </p:cNvSpPr>
          <p:nvPr>
            <p:ph/>
          </p:nvPr>
        </p:nvSpPr>
        <p:spPr>
          <a:xfrm>
            <a:off x="4669200" y="2925360"/>
            <a:ext cx="375192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3"/>
          </p:nvPr>
        </p:nvSpPr>
        <p:spPr/>
        <p:txBody>
          <a:bodyPr/>
          <a:p>
            <a:fld id="{EFD6F594-E820-4711-95C1-3D759E083046}" type="slidenum">
              <a:t>&lt;#&gt;</a:t>
            </a:fld>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729360" y="572040"/>
            <a:ext cx="7688520" cy="534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23" name="PlaceHolder 2"/>
          <p:cNvSpPr>
            <a:spLocks noGrp="1"/>
          </p:cNvSpPr>
          <p:nvPr>
            <p:ph/>
          </p:nvPr>
        </p:nvSpPr>
        <p:spPr>
          <a:xfrm>
            <a:off x="729360" y="1378080"/>
            <a:ext cx="247536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4" name="PlaceHolder 3"/>
          <p:cNvSpPr>
            <a:spLocks noGrp="1"/>
          </p:cNvSpPr>
          <p:nvPr>
            <p:ph/>
          </p:nvPr>
        </p:nvSpPr>
        <p:spPr>
          <a:xfrm>
            <a:off x="3328920" y="1378080"/>
            <a:ext cx="247536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5" name="PlaceHolder 4"/>
          <p:cNvSpPr>
            <a:spLocks noGrp="1"/>
          </p:cNvSpPr>
          <p:nvPr>
            <p:ph/>
          </p:nvPr>
        </p:nvSpPr>
        <p:spPr>
          <a:xfrm>
            <a:off x="5928480" y="1378080"/>
            <a:ext cx="247536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6" name="PlaceHolder 5"/>
          <p:cNvSpPr>
            <a:spLocks noGrp="1"/>
          </p:cNvSpPr>
          <p:nvPr>
            <p:ph/>
          </p:nvPr>
        </p:nvSpPr>
        <p:spPr>
          <a:xfrm>
            <a:off x="729360" y="2925360"/>
            <a:ext cx="247536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7" name="PlaceHolder 6"/>
          <p:cNvSpPr>
            <a:spLocks noGrp="1"/>
          </p:cNvSpPr>
          <p:nvPr>
            <p:ph/>
          </p:nvPr>
        </p:nvSpPr>
        <p:spPr>
          <a:xfrm>
            <a:off x="3328920" y="2925360"/>
            <a:ext cx="247536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8" name="PlaceHolder 7"/>
          <p:cNvSpPr>
            <a:spLocks noGrp="1"/>
          </p:cNvSpPr>
          <p:nvPr>
            <p:ph/>
          </p:nvPr>
        </p:nvSpPr>
        <p:spPr>
          <a:xfrm>
            <a:off x="5928480" y="2925360"/>
            <a:ext cx="2475360" cy="1412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3"/>
          </p:nvPr>
        </p:nvSpPr>
        <p:spPr/>
        <p:txBody>
          <a:bodyPr/>
          <a:p>
            <a:fld id="{1840F11C-CAD9-424B-BB56-93751498A93E}"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0" name="Google Shape;11;p2"/>
          <p:cNvSpPr/>
          <p:nvPr/>
        </p:nvSpPr>
        <p:spPr>
          <a:xfrm>
            <a:off x="0" y="0"/>
            <a:ext cx="9143640" cy="48744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nvGrpSpPr>
          <p:cNvPr id="1" name="Google Shape;12;p2"/>
          <p:cNvGrpSpPr/>
          <p:nvPr/>
        </p:nvGrpSpPr>
        <p:grpSpPr>
          <a:xfrm>
            <a:off x="530280" y="1205640"/>
            <a:ext cx="1342800" cy="17280"/>
            <a:chOff x="530280" y="1205640"/>
            <a:chExt cx="1342800" cy="17280"/>
          </a:xfrm>
        </p:grpSpPr>
        <p:sp>
          <p:nvSpPr>
            <p:cNvPr id="2" name="Google Shape;13;p2"/>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3" name="Google Shape;14;p2"/>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4" name="PlaceHolder 1"/>
          <p:cNvSpPr>
            <a:spLocks noGrp="1"/>
          </p:cNvSpPr>
          <p:nvPr>
            <p:ph type="title"/>
          </p:nvPr>
        </p:nvSpPr>
        <p:spPr>
          <a:xfrm>
            <a:off x="729360" y="1322280"/>
            <a:ext cx="7687800" cy="1664280"/>
          </a:xfrm>
          <a:prstGeom prst="rect">
            <a:avLst/>
          </a:prstGeom>
          <a:noFill/>
          <a:ln w="0">
            <a:noFill/>
          </a:ln>
        </p:spPr>
        <p:txBody>
          <a:bodyPr tIns="91440" bIns="91440" anchor="t">
            <a:normAutofit/>
          </a:bodyPr>
          <a:p>
            <a:pPr indent="0">
              <a:buNone/>
            </a:pPr>
            <a:r>
              <a:rPr b="0" lang="en-US" sz="4200" spc="-1" strike="noStrike">
                <a:solidFill>
                  <a:srgbClr val="000000"/>
                </a:solidFill>
                <a:latin typeface="Arial"/>
              </a:rPr>
              <a:t>Click to edit the title text format</a:t>
            </a:r>
            <a:endParaRPr b="0" lang="en-US" sz="4200" spc="-1" strike="noStrike">
              <a:solidFill>
                <a:srgbClr val="000000"/>
              </a:solidFill>
              <a:latin typeface="Arial"/>
            </a:endParaRPr>
          </a:p>
        </p:txBody>
      </p:sp>
      <p:sp>
        <p:nvSpPr>
          <p:cNvPr id="5" name="PlaceHolder 2"/>
          <p:cNvSpPr>
            <a:spLocks noGrp="1"/>
          </p:cNvSpPr>
          <p:nvPr>
            <p:ph type="sldNum" idx="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143EE4BF-8218-480C-83C4-CB3CAF215AF5}"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
        <p:nvSpPr>
          <p:cNvPr id="6" name="Google Shape;18;p2"/>
          <p:cNvSpPr/>
          <p:nvPr/>
        </p:nvSpPr>
        <p:spPr>
          <a:xfrm>
            <a:off x="6590880" y="3867120"/>
            <a:ext cx="1945080" cy="7387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endParaRPr b="0" lang="en-US" sz="1400" spc="-1" strike="noStrike">
              <a:solidFill>
                <a:srgbClr val="000000"/>
              </a:solidFill>
              <a:latin typeface="Arial"/>
            </a:endParaRPr>
          </a:p>
        </p:txBody>
      </p:sp>
      <p:sp>
        <p:nvSpPr>
          <p:cNvPr id="7"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44" name="Google Shape;21;p3"/>
          <p:cNvGrpSpPr/>
          <p:nvPr/>
        </p:nvGrpSpPr>
        <p:grpSpPr>
          <a:xfrm>
            <a:off x="530280" y="1205640"/>
            <a:ext cx="1342800" cy="17280"/>
            <a:chOff x="530280" y="1205640"/>
            <a:chExt cx="1342800" cy="17280"/>
          </a:xfrm>
        </p:grpSpPr>
        <p:sp>
          <p:nvSpPr>
            <p:cNvPr id="45" name="Google Shape;22;p3"/>
            <p:cNvSpPr/>
            <p:nvPr/>
          </p:nvSpPr>
          <p:spPr>
            <a:xfrm rot="16200000">
              <a:off x="1380600" y="730440"/>
              <a:ext cx="17280" cy="96732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46" name="Google Shape;23;p3"/>
            <p:cNvSpPr/>
            <p:nvPr/>
          </p:nvSpPr>
          <p:spPr>
            <a:xfrm rot="16200000">
              <a:off x="1009440" y="726480"/>
              <a:ext cx="17280" cy="97560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47"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buNone/>
            </a:pPr>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
        <p:nvSpPr>
          <p:cNvPr id="48" name="PlaceHolder 2"/>
          <p:cNvSpPr>
            <a:spLocks noGrp="1"/>
          </p:cNvSpPr>
          <p:nvPr>
            <p:ph type="sldNum" idx="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745E75D0-6A9D-4F74-874C-C230EE62CF5A}" type="slidenum">
              <a:rPr b="0" lang="el" sz="1000" spc="-1" strike="noStrike">
                <a:solidFill>
                  <a:schemeClr val="lt1"/>
                </a:solidFill>
                <a:latin typeface="Lato"/>
                <a:ea typeface="Lato"/>
              </a:rPr>
              <a:t>&lt;number&gt;</a:t>
            </a:fld>
            <a:endParaRPr b="0" lang="en-US" sz="1000" spc="-1" strike="noStrike">
              <a:solidFill>
                <a:srgbClr val="000000"/>
              </a:solidFill>
              <a:latin typeface="Times New Roman"/>
            </a:endParaRPr>
          </a:p>
        </p:txBody>
      </p:sp>
      <p:sp>
        <p:nvSpPr>
          <p:cNvPr id="49"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6" name="Google Shape;27;p4"/>
          <p:cNvSpPr/>
          <p:nvPr/>
        </p:nvSpPr>
        <p:spPr>
          <a:xfrm>
            <a:off x="0" y="0"/>
            <a:ext cx="9143640" cy="487440"/>
          </a:xfrm>
          <a:prstGeom prst="rect">
            <a:avLst/>
          </a:prstGeom>
          <a:solidFill>
            <a:schemeClr val="lt2"/>
          </a:solidFill>
          <a:ln w="0">
            <a:noFill/>
          </a:ln>
        </p:spPr>
        <p:style>
          <a:lnRef idx="0"/>
          <a:fillRef idx="0"/>
          <a:effectRef idx="0"/>
          <a:fontRef idx="minor"/>
        </p:style>
        <p:txBody>
          <a:bodyPr tIns="91440" bIns="91440" anchor="ctr">
            <a:noAutofit/>
          </a:bodyPr>
          <a:p>
            <a:pPr algn="r">
              <a:lnSpc>
                <a:spcPct val="100000"/>
              </a:lnSpc>
              <a:tabLst>
                <a:tab algn="l" pos="0"/>
              </a:tabLst>
            </a:pPr>
            <a:endParaRPr b="0" lang="en-US" sz="1400" spc="-1" strike="noStrike">
              <a:solidFill>
                <a:srgbClr val="000000"/>
              </a:solidFill>
              <a:latin typeface="Arial"/>
            </a:endParaRPr>
          </a:p>
        </p:txBody>
      </p:sp>
      <p:grpSp>
        <p:nvGrpSpPr>
          <p:cNvPr id="87" name="Google Shape;28;p4"/>
          <p:cNvGrpSpPr/>
          <p:nvPr/>
        </p:nvGrpSpPr>
        <p:grpSpPr>
          <a:xfrm>
            <a:off x="530280" y="1205640"/>
            <a:ext cx="1342800" cy="17280"/>
            <a:chOff x="530280" y="1205640"/>
            <a:chExt cx="1342800" cy="17280"/>
          </a:xfrm>
        </p:grpSpPr>
        <p:sp>
          <p:nvSpPr>
            <p:cNvPr id="88" name="Google Shape;29;p4"/>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89" name="Google Shape;30;p4"/>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9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buNone/>
            </a:pPr>
            <a:r>
              <a:rPr b="0" lang="en-US" sz="2600" spc="-1" strike="noStrike">
                <a:solidFill>
                  <a:srgbClr val="000000"/>
                </a:solidFill>
                <a:latin typeface="Arial"/>
              </a:rPr>
              <a:t>Click to edit the title text format</a:t>
            </a:r>
            <a:endParaRPr b="0" lang="en-US" sz="2600" spc="-1" strike="noStrike">
              <a:solidFill>
                <a:srgbClr val="000000"/>
              </a:solidFill>
              <a:latin typeface="Arial"/>
            </a:endParaRPr>
          </a:p>
        </p:txBody>
      </p:sp>
      <p:sp>
        <p:nvSpPr>
          <p:cNvPr id="91" name="PlaceHolder 2"/>
          <p:cNvSpPr>
            <a:spLocks noGrp="1"/>
          </p:cNvSpPr>
          <p:nvPr>
            <p:ph type="body"/>
          </p:nvPr>
        </p:nvSpPr>
        <p:spPr>
          <a:xfrm>
            <a:off x="729360" y="1378080"/>
            <a:ext cx="7688520" cy="2961720"/>
          </a:xfrm>
          <a:prstGeom prst="rect">
            <a:avLst/>
          </a:prstGeom>
          <a:noFill/>
          <a:ln w="0">
            <a:noFill/>
          </a:ln>
        </p:spPr>
        <p:txBody>
          <a:bodyPr tIns="91440" bIns="91440" anchor="t">
            <a:normAutofit/>
          </a:bodyPr>
          <a:p>
            <a:pPr marL="432000" indent="-324000">
              <a:spcBef>
                <a:spcPts val="1417"/>
              </a:spcBef>
              <a:buClr>
                <a:srgbClr val="000000"/>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
        <p:nvSpPr>
          <p:cNvPr id="92" name="PlaceHolder 3"/>
          <p:cNvSpPr>
            <a:spLocks noGrp="1"/>
          </p:cNvSpPr>
          <p:nvPr>
            <p:ph type="sldNum" idx="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2074F15F-EAD0-46A2-B6B6-19462E81E0F6}"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4.xml.rels><?xml version="1.0" encoding="UTF-8"?>
<Relationships xmlns="http://schemas.openxmlformats.org/package/2006/relationships"><Relationship Id="rId1" Type="http://schemas.openxmlformats.org/officeDocument/2006/relationships/hyperlink" Target="https://www.adit.io/posts/2013-04-17-functors,_applicatives,_and_monads_in_pictures.html" TargetMode="External"/><Relationship Id="rId2" Type="http://schemas.openxmlformats.org/officeDocument/2006/relationships/slideLayout" Target="../slideLayouts/slideLayout2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hyperlink" Target="http://www.youtube.com/watch?v=uaBY1qBI2wY" TargetMode="External"/><Relationship Id="rId2" Type="http://schemas.openxmlformats.org/officeDocument/2006/relationships/image" Target="../media/image1.jpeg"/><Relationship Id="rId3" Type="http://schemas.openxmlformats.org/officeDocument/2006/relationships/slideLayout" Target="../slideLayouts/slideLayout27.xml"/>
</Relationships>
</file>

<file path=ppt/slides/_rels/slide7.xml.rels><?xml version="1.0" encoding="UTF-8"?>
<Relationships xmlns="http://schemas.openxmlformats.org/package/2006/relationships"><Relationship Id="rId1" Type="http://schemas.openxmlformats.org/officeDocument/2006/relationships/hyperlink" Target="https://en.wikipedia.org/wiki/Countdown_(game_show)" TargetMode="External"/><Relationship Id="rId2" Type="http://schemas.openxmlformats.org/officeDocument/2006/relationships/slideLayout" Target="../slideLayouts/slideLayout2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hyperlink" Target="https://forms.gle/YU1mjxjBjBf8hyvH7" TargetMode="External"/><Relationship Id="rId3" Type="http://schemas.openxmlformats.org/officeDocument/2006/relationships/slideLayout" Target="../slideLayouts/slideLayout2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729360" y="1322280"/>
            <a:ext cx="7687800" cy="1664280"/>
          </a:xfrm>
          <a:prstGeom prst="rect">
            <a:avLst/>
          </a:prstGeom>
          <a:noFill/>
          <a:ln w="0">
            <a:noFill/>
          </a:ln>
        </p:spPr>
        <p:txBody>
          <a:bodyPr tIns="91440" bIns="91440" anchor="t">
            <a:normAutofit/>
          </a:bodyPr>
          <a:p>
            <a:pPr indent="0">
              <a:lnSpc>
                <a:spcPct val="100000"/>
              </a:lnSpc>
              <a:buNone/>
              <a:tabLst>
                <a:tab algn="l" pos="0"/>
              </a:tabLst>
            </a:pPr>
            <a:r>
              <a:rPr b="1" lang="el" sz="4200" spc="-1" strike="noStrike">
                <a:solidFill>
                  <a:schemeClr val="dk2"/>
                </a:solidFill>
                <a:latin typeface="Lato"/>
                <a:ea typeface="Lato"/>
              </a:rPr>
              <a:t>Functional Programming</a:t>
            </a:r>
            <a:br>
              <a:rPr sz="4200"/>
            </a:br>
            <a:r>
              <a:rPr b="0" lang="el" sz="2200" spc="-1" strike="noStrike">
                <a:solidFill>
                  <a:schemeClr val="accent1"/>
                </a:solidFill>
                <a:latin typeface="Lato"/>
                <a:ea typeface="Lato"/>
              </a:rPr>
              <a:t>putStrLn “Haskell is Fun!”</a:t>
            </a:r>
            <a:endParaRPr b="0" lang="en-US" sz="2200" spc="-1" strike="noStrike">
              <a:solidFill>
                <a:srgbClr val="000000"/>
              </a:solidFill>
              <a:latin typeface="Arial"/>
            </a:endParaRPr>
          </a:p>
        </p:txBody>
      </p:sp>
      <p:sp>
        <p:nvSpPr>
          <p:cNvPr id="130" name="PlaceHolder 2"/>
          <p:cNvSpPr>
            <a:spLocks noGrp="1"/>
          </p:cNvSpPr>
          <p:nvPr>
            <p:ph type="subTitle"/>
          </p:nvPr>
        </p:nvSpPr>
        <p:spPr>
          <a:xfrm>
            <a:off x="729720" y="3173040"/>
            <a:ext cx="7687800" cy="738720"/>
          </a:xfrm>
          <a:prstGeom prst="rect">
            <a:avLst/>
          </a:prstGeom>
          <a:noFill/>
          <a:ln w="0">
            <a:noFill/>
          </a:ln>
        </p:spPr>
        <p:txBody>
          <a:bodyPr tIns="91440" bIns="91440" anchor="t">
            <a:normAutofit/>
          </a:bodyPr>
          <a:p>
            <a:pPr indent="0">
              <a:lnSpc>
                <a:spcPct val="100000"/>
              </a:lnSpc>
              <a:buNone/>
              <a:tabLst>
                <a:tab algn="l" pos="0"/>
              </a:tabLst>
            </a:pPr>
            <a:r>
              <a:rPr b="0" lang="el" sz="1600" spc="-1" strike="noStrike">
                <a:solidFill>
                  <a:schemeClr val="accent1"/>
                </a:solidFill>
                <a:latin typeface="Lato"/>
                <a:ea typeface="Lato"/>
              </a:rPr>
              <a:t>Markos Vassilis, Mediterranean College</a:t>
            </a:r>
            <a:endParaRPr b="0" lang="en-US" sz="1600" spc="-1" strike="noStrike">
              <a:solidFill>
                <a:srgbClr val="000000"/>
              </a:solidFill>
              <a:latin typeface="Arial"/>
            </a:endParaRPr>
          </a:p>
        </p:txBody>
      </p:sp>
      <p:sp>
        <p:nvSpPr>
          <p:cNvPr id="131" name="Google Shape;118;p16"/>
          <p:cNvSpPr/>
          <p:nvPr/>
        </p:nvSpPr>
        <p:spPr>
          <a:xfrm>
            <a:off x="6029640" y="4001400"/>
            <a:ext cx="2387520" cy="615960"/>
          </a:xfrm>
          <a:prstGeom prst="rect">
            <a:avLst/>
          </a:prstGeom>
          <a:noFill/>
          <a:ln w="0">
            <a:noFill/>
          </a:ln>
        </p:spPr>
        <p:style>
          <a:lnRef idx="0"/>
          <a:fillRef idx="0"/>
          <a:effectRef idx="0"/>
          <a:fontRef idx="minor"/>
        </p:style>
        <p:txBody>
          <a:bodyPr tIns="91440" bIns="91440" anchor="t">
            <a:noAutofit/>
          </a:bodyPr>
          <a:p>
            <a:pPr algn="r">
              <a:lnSpc>
                <a:spcPct val="100000"/>
              </a:lnSpc>
              <a:tabLst>
                <a:tab algn="l" pos="0"/>
              </a:tabLst>
            </a:pPr>
            <a:endParaRPr b="0" lang="en-US" sz="1400" spc="-1" strike="noStrike">
              <a:solidFill>
                <a:srgbClr val="000000"/>
              </a:solidFill>
              <a:latin typeface="Arial"/>
            </a:endParaRPr>
          </a:p>
        </p:txBody>
      </p:sp>
      <p:sp>
        <p:nvSpPr>
          <p:cNvPr id="132" name="PlaceHolder 3"/>
          <p:cNvSpPr>
            <a:spLocks noGrp="1"/>
          </p:cNvSpPr>
          <p:nvPr>
            <p:ph type="subTitle"/>
          </p:nvPr>
        </p:nvSpPr>
        <p:spPr>
          <a:xfrm>
            <a:off x="6057000" y="3821760"/>
            <a:ext cx="2360520" cy="1121400"/>
          </a:xfrm>
          <a:prstGeom prst="rect">
            <a:avLst/>
          </a:prstGeom>
          <a:noFill/>
          <a:ln w="0">
            <a:noFill/>
          </a:ln>
        </p:spPr>
        <p:txBody>
          <a:bodyPr tIns="91440" bIns="91440" anchor="t">
            <a:normAutofit/>
          </a:bodyPr>
          <a:p>
            <a:pPr algn="r">
              <a:lnSpc>
                <a:spcPct val="115000"/>
              </a:lnSpc>
              <a:spcAft>
                <a:spcPts val="1199"/>
              </a:spcAft>
              <a:tabLst>
                <a:tab algn="l" pos="0"/>
              </a:tabLst>
            </a:pPr>
            <a:r>
              <a:rPr b="0" lang="el" sz="1300" spc="-1" strike="noStrike">
                <a:solidFill>
                  <a:schemeClr val="accent1"/>
                </a:solidFill>
                <a:latin typeface="Lato"/>
                <a:ea typeface="Lato"/>
              </a:rPr>
              <a:t>Week 13</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No Side Effects?</a:t>
            </a:r>
            <a:endParaRPr b="0" lang="en-US" sz="3600" spc="-1" strike="noStrike">
              <a:solidFill>
                <a:srgbClr val="000000"/>
              </a:solidFill>
              <a:latin typeface="Arial"/>
            </a:endParaRPr>
          </a:p>
        </p:txBody>
      </p:sp>
      <p:sp>
        <p:nvSpPr>
          <p:cNvPr id="134" name="PlaceHolder 2"/>
          <p:cNvSpPr>
            <a:spLocks noGrp="1"/>
          </p:cNvSpPr>
          <p:nvPr>
            <p:ph type="sldNum" idx="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E543DAC3-9DE6-4C04-96FC-6AD9BFB8AB92}" type="slidenum">
              <a:rPr b="0" lang="el" sz="1000" spc="-1" strike="noStrike">
                <a:solidFill>
                  <a:schemeClr val="lt1"/>
                </a:solidFill>
                <a:latin typeface="Lato"/>
                <a:ea typeface="Lato"/>
              </a:rPr>
              <a:t>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Why Haskell Supports I/O?</a:t>
            </a:r>
            <a:endParaRPr b="0" lang="en-US" sz="2600" spc="-1" strike="noStrike">
              <a:solidFill>
                <a:srgbClr val="000000"/>
              </a:solidFill>
              <a:latin typeface="Arial"/>
            </a:endParaRPr>
          </a:p>
        </p:txBody>
      </p:sp>
      <p:sp>
        <p:nvSpPr>
          <p:cNvPr id="136" name="PlaceHolder 2"/>
          <p:cNvSpPr>
            <a:spLocks noGrp="1"/>
          </p:cNvSpPr>
          <p:nvPr>
            <p:ph/>
          </p:nvPr>
        </p:nvSpPr>
        <p:spPr>
          <a:xfrm>
            <a:off x="729360" y="1378080"/>
            <a:ext cx="7688520" cy="2961720"/>
          </a:xfrm>
          <a:prstGeom prst="rect">
            <a:avLst/>
          </a:prstGeom>
          <a:noFill/>
          <a:ln w="0">
            <a:noFill/>
          </a:ln>
        </p:spPr>
        <p:txBody>
          <a:bodyPr tIns="91440" bIns="91440" anchor="t">
            <a:normAutofit fontScale="99000"/>
          </a:bodyPr>
          <a:p>
            <a:pPr marL="452520" indent="-326520">
              <a:lnSpc>
                <a:spcPct val="115000"/>
              </a:lnSpc>
              <a:buClr>
                <a:srgbClr val="595959"/>
              </a:buClr>
              <a:buFont typeface="Lato"/>
              <a:buChar char="●"/>
            </a:pPr>
            <a:r>
              <a:rPr b="0" lang="el" sz="1600" spc="-1" strike="noStrike">
                <a:solidFill>
                  <a:schemeClr val="accent1"/>
                </a:solidFill>
                <a:latin typeface="Lato"/>
                <a:ea typeface="Lato"/>
              </a:rPr>
              <a:t>(A) We have said that Haskell implements Functional Programming (FP).</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(B) We have also said that in FP functions have no side–effects, i.e., they just have some input and return some output without modifying anything in the universe or acting in any other way.</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(C)Printing on screen while executing a function is a side effect.</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So, how can (A), (B), and © be true at the same time?</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Some options:</a:t>
            </a:r>
            <a:endParaRPr b="0" lang="en-US" sz="1600" spc="-1" strike="noStrike">
              <a:solidFill>
                <a:srgbClr val="000000"/>
              </a:solidFill>
              <a:latin typeface="Arial"/>
            </a:endParaRPr>
          </a:p>
          <a:p>
            <a:pPr lvl="1" marL="905040" indent="-326520">
              <a:lnSpc>
                <a:spcPct val="115000"/>
              </a:lnSpc>
              <a:buClr>
                <a:srgbClr val="595959"/>
              </a:buClr>
              <a:buFont typeface="Lato"/>
              <a:buChar char="○"/>
            </a:pPr>
            <a:r>
              <a:rPr b="0" lang="el" sz="1600" spc="-1" strike="noStrike">
                <a:solidFill>
                  <a:schemeClr val="accent1"/>
                </a:solidFill>
                <a:latin typeface="Lato"/>
                <a:ea typeface="Lato"/>
              </a:rPr>
              <a:t>Haskell is magic.</a:t>
            </a:r>
            <a:endParaRPr b="0" lang="en-US" sz="1600" spc="-1" strike="noStrike">
              <a:solidFill>
                <a:srgbClr val="000000"/>
              </a:solidFill>
              <a:latin typeface="Arial"/>
            </a:endParaRPr>
          </a:p>
          <a:p>
            <a:pPr lvl="1" marL="905040" indent="-326520">
              <a:lnSpc>
                <a:spcPct val="115000"/>
              </a:lnSpc>
              <a:buClr>
                <a:srgbClr val="595959"/>
              </a:buClr>
              <a:buFont typeface="Lato"/>
              <a:buChar char="○"/>
            </a:pPr>
            <a:r>
              <a:rPr b="0" lang="el" sz="1600" spc="-1" strike="noStrike">
                <a:solidFill>
                  <a:schemeClr val="accent1"/>
                </a:solidFill>
                <a:latin typeface="Lato"/>
                <a:ea typeface="Lato"/>
              </a:rPr>
              <a:t>Not all three hold true at the same time.</a:t>
            </a:r>
            <a:endParaRPr b="0" lang="en-US" sz="1600" spc="-1" strike="noStrike">
              <a:solidFill>
                <a:srgbClr val="000000"/>
              </a:solidFill>
              <a:latin typeface="Arial"/>
            </a:endParaRPr>
          </a:p>
          <a:p>
            <a:pPr lvl="1" marL="905040" indent="-326520">
              <a:lnSpc>
                <a:spcPct val="115000"/>
              </a:lnSpc>
              <a:buClr>
                <a:srgbClr val="595959"/>
              </a:buClr>
              <a:buFont typeface="Lato"/>
              <a:buChar char="○"/>
            </a:pPr>
            <a:r>
              <a:rPr b="0" lang="el" sz="1600" spc="-1" strike="noStrike">
                <a:solidFill>
                  <a:schemeClr val="accent1"/>
                </a:solidFill>
                <a:latin typeface="Lato"/>
                <a:ea typeface="Lato"/>
              </a:rPr>
              <a:t>All three hold true and there is something we have to explain…</a:t>
            </a:r>
            <a:endParaRPr b="0" lang="en-US" sz="1600" spc="-1" strike="noStrike">
              <a:solidFill>
                <a:srgbClr val="000000"/>
              </a:solidFill>
              <a:latin typeface="Arial"/>
            </a:endParaRPr>
          </a:p>
        </p:txBody>
      </p:sp>
      <p:sp>
        <p:nvSpPr>
          <p:cNvPr id="137" name="PlaceHolder 3"/>
          <p:cNvSpPr>
            <a:spLocks noGrp="1"/>
          </p:cNvSpPr>
          <p:nvPr>
            <p:ph type="sldNum" idx="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3442AE10-44F3-43E9-BF76-6AC3EE935DE8}" type="slidenum">
              <a:rPr b="0" lang="el" sz="1000" spc="-1" strike="noStrike">
                <a:solidFill>
                  <a:schemeClr val="accent1"/>
                </a:solidFill>
                <a:latin typeface="Lato"/>
                <a:ea typeface="Lato"/>
              </a:rPr>
              <a:t>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Haskell + IO ()</a:t>
            </a:r>
            <a:endParaRPr b="0" lang="en-US" sz="2600" spc="-1" strike="noStrike">
              <a:solidFill>
                <a:srgbClr val="000000"/>
              </a:solidFill>
              <a:latin typeface="Arial"/>
            </a:endParaRPr>
          </a:p>
        </p:txBody>
      </p:sp>
      <p:sp>
        <p:nvSpPr>
          <p:cNvPr id="139" name="PlaceHolder 2"/>
          <p:cNvSpPr>
            <a:spLocks noGrp="1"/>
          </p:cNvSpPr>
          <p:nvPr>
            <p:ph/>
          </p:nvPr>
        </p:nvSpPr>
        <p:spPr>
          <a:xfrm>
            <a:off x="729360" y="1378080"/>
            <a:ext cx="7688520" cy="369396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Haskell has its own way to deal with impurity, i.e., things that might not provide the same output on the same input:</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I/O</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Randomness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If it happens that you have a PhD in Category Theory, then you are well aware of Monads.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In case you are not, Monads are roughly like “close worlds” in which you can apply functions that return values in this closed world onto stuff that does also belongs to that world.</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For more: </a:t>
            </a:r>
            <a:r>
              <a:rPr b="0" lang="el" sz="1600" spc="-1" strike="noStrike" u="sng">
                <a:solidFill>
                  <a:schemeClr val="hlink"/>
                </a:solidFill>
                <a:uFillTx/>
                <a:latin typeface="Lato"/>
                <a:ea typeface="Lato"/>
                <a:hlinkClick r:id="rId1"/>
              </a:rPr>
              <a:t>https://www.adit.io/posts/2013-04-17-functors,_applicatives,_and_monads_in_pictures.html</a:t>
            </a:r>
            <a:endParaRPr b="0" lang="en-US" sz="1600" spc="-1" strike="noStrike">
              <a:solidFill>
                <a:srgbClr val="000000"/>
              </a:solidFill>
              <a:latin typeface="Arial"/>
            </a:endParaRPr>
          </a:p>
        </p:txBody>
      </p:sp>
      <p:sp>
        <p:nvSpPr>
          <p:cNvPr id="140" name="PlaceHolder 3"/>
          <p:cNvSpPr>
            <a:spLocks noGrp="1"/>
          </p:cNvSpPr>
          <p:nvPr>
            <p:ph type="sldNum" idx="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7F7483F0-146A-4134-A003-A55544DB34CF}" type="slidenum">
              <a:rPr b="0" lang="el" sz="1000" spc="-1" strike="noStrike">
                <a:solidFill>
                  <a:schemeClr val="accent1"/>
                </a:solidFill>
                <a:latin typeface="Lato"/>
                <a:ea typeface="Lato"/>
              </a:rPr>
              <a:t>4</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Countdown</a:t>
            </a:r>
            <a:endParaRPr b="0" lang="en-US" sz="3600" spc="-1" strike="noStrike">
              <a:solidFill>
                <a:srgbClr val="000000"/>
              </a:solidFill>
              <a:latin typeface="Arial"/>
            </a:endParaRPr>
          </a:p>
        </p:txBody>
      </p:sp>
      <p:sp>
        <p:nvSpPr>
          <p:cNvPr id="142" name="PlaceHolder 2"/>
          <p:cNvSpPr>
            <a:spLocks noGrp="1"/>
          </p:cNvSpPr>
          <p:nvPr>
            <p:ph type="sldNum" idx="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80B85246-BEFA-4B67-AC3D-075A0F171726}" type="slidenum">
              <a:rPr b="0" lang="el" sz="1000" spc="-1" strike="noStrike">
                <a:solidFill>
                  <a:schemeClr val="lt1"/>
                </a:solidFill>
                <a:latin typeface="Lato"/>
                <a:ea typeface="Lato"/>
              </a:rPr>
              <a:t>5</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Let Us Watch Some TV Shows First…</a:t>
            </a:r>
            <a:endParaRPr b="0" lang="en-US" sz="2600" spc="-1" strike="noStrike">
              <a:solidFill>
                <a:srgbClr val="000000"/>
              </a:solidFill>
              <a:latin typeface="Arial"/>
            </a:endParaRPr>
          </a:p>
        </p:txBody>
      </p:sp>
      <p:sp>
        <p:nvSpPr>
          <p:cNvPr id="144" name="PlaceHolder 2"/>
          <p:cNvSpPr>
            <a:spLocks noGrp="1"/>
          </p:cNvSpPr>
          <p:nvPr>
            <p:ph type="sldNum" idx="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22AA9E36-0A12-4160-93AB-5671624D18CA}" type="slidenum">
              <a:rPr b="0" lang="el" sz="1000" spc="-1" strike="noStrike">
                <a:solidFill>
                  <a:schemeClr val="accent1"/>
                </a:solidFill>
                <a:latin typeface="Lato"/>
                <a:ea typeface="Lato"/>
              </a:rPr>
              <a:t>6</a:t>
            </a:fld>
            <a:endParaRPr b="0" lang="en-US" sz="1000" spc="-1" strike="noStrike">
              <a:solidFill>
                <a:srgbClr val="000000"/>
              </a:solidFill>
              <a:latin typeface="Times New Roman"/>
            </a:endParaRPr>
          </a:p>
        </p:txBody>
      </p:sp>
      <p:pic>
        <p:nvPicPr>
          <p:cNvPr id="145" name="Google Shape;152;p21" descr="The clock is ticking as contestants compete in games of lexical dexterity and numerical agility. Each day two contestants compete in 15 rounds of words and numbers to become the Countdown Champion.&#10;&#10;Colin Murray and Rachel Riley host as contestants race against the clock to pit their wits against vowels, consonants and numbers. Stephen K Amos joins Susie Dent in Dictionary Corner.&#10;&#10;Numbers Round List:&#10;00:00 Monday, 23 January 2023&#10;04:32 Tuesday, 24 January 2023&#10;07:56 Wednesday, 25 January 2023&#10;11:16 Thursday, 26 January 2023&#10;14:21 Friday, 27 January 2023&#10;&#10;&#10;SPIN-OFF&#10;&quot;8 Out of 10 Cats Does Countdown&quot; is hosted by Jimmy Carr, with Rachel Riley and Susie Dent assuming their Countdown roles. The formation of the crossover with &quot;8 Out if 10 Cats&quot; began as a series of specials, the first of which was broadcast on 2 January 2012, when Channel 4 orchestrated a special &quot;mash-up night&quot;, merging two shows to form a special edition of the pair, as part of its 30th-anniversary celebrations eleven years ago.">
            <a:hlinkClick r:id="rId1"/>
          </p:cNvPr>
          <p:cNvPicPr/>
          <p:nvPr/>
        </p:nvPicPr>
        <p:blipFill>
          <a:blip r:embed="rId2"/>
          <a:stretch/>
        </p:blipFill>
        <p:spPr>
          <a:xfrm>
            <a:off x="1694160" y="1454400"/>
            <a:ext cx="5755320" cy="3237120"/>
          </a:xfrm>
          <a:prstGeom prst="rect">
            <a:avLst/>
          </a:prstGeom>
          <a:ln w="0">
            <a:noFill/>
          </a:ln>
        </p:spPr>
      </p:pic>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0">
                                  <p:stCondLst>
                                    <p:cond delay="0"/>
                                  </p:stCondLst>
                                  <p:childTnLst>
                                    <p:set>
                                      <p:cBhvr>
                                        <p:cTn id="6" dur="1" fill="hold">
                                          <p:stCondLst>
                                            <p:cond delay="0"/>
                                          </p:stCondLst>
                                        </p:cTn>
                                        <p:tgtEl>
                                          <p:spTgt spid="145"/>
                                        </p:tgtEl>
                                        <p:attrNameLst>
                                          <p:attrName>style.visibility</p:attrName>
                                        </p:attrNameLst>
                                      </p:cBhvr>
                                      <p:to>
                                        <p:strVal val="visible"/>
                                      </p:to>
                                    </p:set>
                                    <p:animEffect filter="fade" transition="in">
                                      <p:cBhvr additive="repl">
                                        <p:cTn id="7" dur="1000"/>
                                        <p:tgtEl>
                                          <p:spTgt spid="1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Is “The Countdown”?</a:t>
            </a:r>
            <a:endParaRPr b="0" lang="en-US" sz="2600" spc="-1" strike="noStrike">
              <a:solidFill>
                <a:srgbClr val="000000"/>
              </a:solidFill>
              <a:latin typeface="Arial"/>
            </a:endParaRPr>
          </a:p>
        </p:txBody>
      </p:sp>
      <p:sp>
        <p:nvSpPr>
          <p:cNvPr id="147"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Countdown is a British game show involving word and mathematical tasks.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First aired: 1972.</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90 regular series, 8443 regular episodes.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The players contest in three types of tasks: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Making the longest possible word from 9 random letters.</a:t>
            </a:r>
            <a:endParaRPr b="0" lang="en-US" sz="1600" spc="-1" strike="noStrike">
              <a:solidFill>
                <a:srgbClr val="000000"/>
              </a:solidFill>
              <a:latin typeface="Arial"/>
            </a:endParaRPr>
          </a:p>
          <a:p>
            <a:pPr lvl="1" marL="914400" indent="-330120">
              <a:lnSpc>
                <a:spcPct val="115000"/>
              </a:lnSpc>
              <a:buClr>
                <a:srgbClr val="1a9988"/>
              </a:buClr>
              <a:buFont typeface="Lato"/>
              <a:buChar char="○"/>
            </a:pPr>
            <a:r>
              <a:rPr b="0" i="1" lang="el" sz="1600" spc="-1" strike="noStrike">
                <a:solidFill>
                  <a:schemeClr val="dk1"/>
                </a:solidFill>
                <a:latin typeface="Lato"/>
                <a:ea typeface="Lato"/>
              </a:rPr>
              <a:t>Reaching a target positive integer using 6 random positive integers through arithmetic.</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Solving a nine–letter anagram.</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Source: </a:t>
            </a:r>
            <a:r>
              <a:rPr b="0" lang="el" sz="1600" spc="-1" strike="noStrike" u="sng">
                <a:solidFill>
                  <a:schemeClr val="hlink"/>
                </a:solidFill>
                <a:uFillTx/>
                <a:latin typeface="Lato"/>
                <a:ea typeface="Lato"/>
                <a:hlinkClick r:id="rId1"/>
              </a:rPr>
              <a:t>https://en.wikipedia.org/wiki/Countdown_(game_show)</a:t>
            </a:r>
            <a:endParaRPr b="0" lang="en-US" sz="1600" spc="-1" strike="noStrike">
              <a:solidFill>
                <a:srgbClr val="000000"/>
              </a:solidFill>
              <a:latin typeface="Arial"/>
            </a:endParaRPr>
          </a:p>
        </p:txBody>
      </p:sp>
      <p:sp>
        <p:nvSpPr>
          <p:cNvPr id="148" name="PlaceHolder 3"/>
          <p:cNvSpPr>
            <a:spLocks noGrp="1"/>
          </p:cNvSpPr>
          <p:nvPr>
            <p:ph type="sldNum" idx="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74CB7CAC-A1B3-44E1-9918-3D444CAFDA8A}" type="slidenum">
              <a:rPr b="0" lang="el" sz="1000" spc="-1" strike="noStrike">
                <a:solidFill>
                  <a:schemeClr val="accent1"/>
                </a:solidFill>
                <a:latin typeface="Lato"/>
                <a:ea typeface="Lato"/>
              </a:rPr>
              <a:t>7</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8" dur="indefinite" restart="never" nodeType="tmRoot">
          <p:childTnLst>
            <p:seq>
              <p:cTn id="9" dur="indefinite" nodeType="mainSeq">
                <p:childTnLst>
                  <p:par>
                    <p:cTn id="10" fill="hold">
                      <p:stCondLst>
                        <p:cond delay="indefinite"/>
                      </p:stCondLst>
                      <p:childTnLst>
                        <p:par>
                          <p:cTn id="11" fill="hold">
                            <p:stCondLst>
                              <p:cond delay="0"/>
                            </p:stCondLst>
                            <p:childTnLst>
                              <p:par>
                                <p:cTn id="12" nodeType="clickEffect" fill="hold" presetClass="entr" presetID="1">
                                  <p:stCondLst>
                                    <p:cond delay="0"/>
                                  </p:stCondLst>
                                  <p:childTnLst>
                                    <p:set>
                                      <p:cBhvr>
                                        <p:cTn id="13" dur="1" fill="hold">
                                          <p:stCondLst>
                                            <p:cond delay="0"/>
                                          </p:stCondLst>
                                        </p:cTn>
                                        <p:tgtEl>
                                          <p:spTgt spid="147">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nodeType="clickEffect" fill="hold" presetClass="entr" presetID="1">
                                  <p:stCondLst>
                                    <p:cond delay="0"/>
                                  </p:stCondLst>
                                  <p:childTnLst>
                                    <p:set>
                                      <p:cBhvr>
                                        <p:cTn id="17" dur="1" fill="hold">
                                          <p:stCondLst>
                                            <p:cond delay="0"/>
                                          </p:stCondLst>
                                        </p:cTn>
                                        <p:tgtEl>
                                          <p:spTgt spid="147">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nodeType="clickEffect" fill="hold" presetClass="entr" presetID="1">
                                  <p:stCondLst>
                                    <p:cond delay="0"/>
                                  </p:stCondLst>
                                  <p:childTnLst>
                                    <p:set>
                                      <p:cBhvr>
                                        <p:cTn id="21" dur="1" fill="hold">
                                          <p:stCondLst>
                                            <p:cond delay="0"/>
                                          </p:stCondLst>
                                        </p:cTn>
                                        <p:tgtEl>
                                          <p:spTgt spid="147">
                                            <p:txEl>
                                              <p:pRg st="2" end="2"/>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nodeType="clickEffect" fill="hold" presetClass="entr" presetID="1">
                                  <p:stCondLst>
                                    <p:cond delay="0"/>
                                  </p:stCondLst>
                                  <p:childTnLst>
                                    <p:set>
                                      <p:cBhvr>
                                        <p:cTn id="25" dur="1" fill="hold">
                                          <p:stCondLst>
                                            <p:cond delay="0"/>
                                          </p:stCondLst>
                                        </p:cTn>
                                        <p:tgtEl>
                                          <p:spTgt spid="147">
                                            <p:txEl>
                                              <p:pRg st="3" end="3"/>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nodeType="clickEffect" fill="hold" presetClass="entr" presetID="1">
                                  <p:stCondLst>
                                    <p:cond delay="0"/>
                                  </p:stCondLst>
                                  <p:childTnLst>
                                    <p:set>
                                      <p:cBhvr>
                                        <p:cTn id="29" dur="1" fill="hold">
                                          <p:stCondLst>
                                            <p:cond delay="0"/>
                                          </p:stCondLst>
                                        </p:cTn>
                                        <p:tgtEl>
                                          <p:spTgt spid="147">
                                            <p:txEl>
                                              <p:pRg st="4" end="4"/>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nodeType="clickEffect" fill="hold" presetClass="entr" presetID="1">
                                  <p:stCondLst>
                                    <p:cond delay="0"/>
                                  </p:stCondLst>
                                  <p:childTnLst>
                                    <p:set>
                                      <p:cBhvr>
                                        <p:cTn id="33" dur="1" fill="hold">
                                          <p:stCondLst>
                                            <p:cond delay="0"/>
                                          </p:stCondLst>
                                        </p:cTn>
                                        <p:tgtEl>
                                          <p:spTgt spid="147">
                                            <p:txEl>
                                              <p:pRg st="5" end="5"/>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nodeType="clickEffect" fill="hold" presetClass="entr" presetID="1">
                                  <p:stCondLst>
                                    <p:cond delay="0"/>
                                  </p:stCondLst>
                                  <p:childTnLst>
                                    <p:set>
                                      <p:cBhvr>
                                        <p:cTn id="37" dur="1" fill="hold">
                                          <p:stCondLst>
                                            <p:cond delay="0"/>
                                          </p:stCondLst>
                                        </p:cTn>
                                        <p:tgtEl>
                                          <p:spTgt spid="147">
                                            <p:txEl>
                                              <p:pRg st="6" end="6"/>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nodeType="clickEffect" fill="hold" presetClass="entr" presetID="1">
                                  <p:stCondLst>
                                    <p:cond delay="0"/>
                                  </p:stCondLst>
                                  <p:childTnLst>
                                    <p:set>
                                      <p:cBhvr>
                                        <p:cTn id="41" dur="1" fill="hold">
                                          <p:stCondLst>
                                            <p:cond delay="0"/>
                                          </p:stCondLst>
                                        </p:cTn>
                                        <p:tgtEl>
                                          <p:spTgt spid="147">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Your Turn!</a:t>
            </a:r>
            <a:endParaRPr b="0" lang="en-US" sz="2600" spc="-1" strike="noStrike">
              <a:solidFill>
                <a:srgbClr val="000000"/>
              </a:solidFill>
              <a:latin typeface="Arial"/>
            </a:endParaRPr>
          </a:p>
        </p:txBody>
      </p:sp>
      <p:sp>
        <p:nvSpPr>
          <p:cNvPr id="150"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Consider the following six numbers:</a:t>
            </a:r>
            <a:endParaRPr b="0" lang="en-US" sz="1600" spc="-1" strike="noStrike">
              <a:solidFill>
                <a:srgbClr val="000000"/>
              </a:solidFill>
              <a:latin typeface="Arial"/>
            </a:endParaRPr>
          </a:p>
          <a:p>
            <a:pPr marL="457200" indent="0" algn="ctr">
              <a:lnSpc>
                <a:spcPct val="115000"/>
              </a:lnSpc>
              <a:spcBef>
                <a:spcPts val="1199"/>
              </a:spcBef>
              <a:buNone/>
              <a:tabLst>
                <a:tab algn="l" pos="0"/>
              </a:tabLst>
            </a:pPr>
            <a:r>
              <a:rPr b="0" lang="el" sz="1600" spc="-1" strike="noStrike">
                <a:solidFill>
                  <a:schemeClr val="accent1"/>
                </a:solidFill>
                <a:latin typeface="Lato"/>
                <a:ea typeface="Lato"/>
              </a:rPr>
              <a:t>1, 3, 7, 10, 25, 50.</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Also consider this target number: 765</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Try to reach this number using the four common arithmetic operations, +, –, *, /, and all of the above six numbers at most once!</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Optionally, do so in under 30 seconds.</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How many solutions are there?</a:t>
            </a:r>
            <a:endParaRPr b="0" lang="en-US" sz="1600" spc="-1" strike="noStrike">
              <a:solidFill>
                <a:srgbClr val="000000"/>
              </a:solidFill>
              <a:latin typeface="Arial"/>
            </a:endParaRPr>
          </a:p>
        </p:txBody>
      </p:sp>
      <p:sp>
        <p:nvSpPr>
          <p:cNvPr id="151" name="PlaceHolder 3"/>
          <p:cNvSpPr>
            <a:spLocks noGrp="1"/>
          </p:cNvSpPr>
          <p:nvPr>
            <p:ph type="sldNum" idx="1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2379F608-096E-4CB2-A2FF-A6E5CA24ABD1}" type="slidenum">
              <a:rPr b="0" lang="el" sz="1000" spc="-1" strike="noStrike">
                <a:solidFill>
                  <a:schemeClr val="accent1"/>
                </a:solidFill>
                <a:latin typeface="Lato"/>
                <a:ea typeface="Lato"/>
              </a:rPr>
              <a:t>8</a:t>
            </a:fld>
            <a:endParaRPr b="0" lang="en-US" sz="1000" spc="-1" strike="noStrike">
              <a:solidFill>
                <a:srgbClr val="000000"/>
              </a:solidFill>
              <a:latin typeface="Times New Roman"/>
            </a:endParaRPr>
          </a:p>
        </p:txBody>
      </p:sp>
      <p:sp>
        <p:nvSpPr>
          <p:cNvPr id="152" name="Google Shape;167;p23"/>
          <p:cNvSpPr/>
          <p:nvPr/>
        </p:nvSpPr>
        <p:spPr>
          <a:xfrm rot="10800000">
            <a:off x="5561640" y="4070520"/>
            <a:ext cx="2856600" cy="48240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i="1" lang="el" sz="1600" spc="-1" strike="noStrike">
                <a:solidFill>
                  <a:schemeClr val="accent1"/>
                </a:solidFill>
                <a:latin typeface="Lato"/>
                <a:ea typeface="Lato"/>
              </a:rPr>
              <a:t>One solution: (1+50)*(25–10)</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42" dur="indefinite" restart="never" nodeType="tmRoot">
          <p:childTnLst>
            <p:seq>
              <p:cTn id="43" dur="indefinite" nodeType="mainSeq">
                <p:childTnLst>
                  <p:par>
                    <p:cTn id="44" fill="hold">
                      <p:stCondLst>
                        <p:cond delay="indefinite"/>
                      </p:stCondLst>
                      <p:childTnLst>
                        <p:par>
                          <p:cTn id="45" fill="hold">
                            <p:stCondLst>
                              <p:cond delay="0"/>
                            </p:stCondLst>
                            <p:childTnLst>
                              <p:par>
                                <p:cTn id="46" nodeType="clickEffect" fill="hold" presetClass="entr" presetID="1">
                                  <p:stCondLst>
                                    <p:cond delay="0"/>
                                  </p:stCondLst>
                                  <p:childTnLst>
                                    <p:set>
                                      <p:cBhvr>
                                        <p:cTn id="47" dur="1" fill="hold">
                                          <p:stCondLst>
                                            <p:cond delay="0"/>
                                          </p:stCondLst>
                                        </p:cTn>
                                        <p:tgtEl>
                                          <p:spTgt spid="150">
                                            <p:txEl>
                                              <p:pRg st="0" end="0"/>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nodeType="clickEffect" fill="hold" presetClass="entr" presetID="1">
                                  <p:stCondLst>
                                    <p:cond delay="0"/>
                                  </p:stCondLst>
                                  <p:childTnLst>
                                    <p:set>
                                      <p:cBhvr>
                                        <p:cTn id="51" dur="1" fill="hold">
                                          <p:stCondLst>
                                            <p:cond delay="0"/>
                                          </p:stCondLst>
                                        </p:cTn>
                                        <p:tgtEl>
                                          <p:spTgt spid="150">
                                            <p:txEl>
                                              <p:pRg st="1" end="1"/>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nodeType="clickEffect" fill="hold" presetClass="entr" presetID="1">
                                  <p:stCondLst>
                                    <p:cond delay="0"/>
                                  </p:stCondLst>
                                  <p:childTnLst>
                                    <p:set>
                                      <p:cBhvr>
                                        <p:cTn id="55" dur="1" fill="hold">
                                          <p:stCondLst>
                                            <p:cond delay="0"/>
                                          </p:stCondLst>
                                        </p:cTn>
                                        <p:tgtEl>
                                          <p:spTgt spid="150">
                                            <p:txEl>
                                              <p:pRg st="2" end="2"/>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nodeType="clickEffect" fill="hold" presetClass="entr" presetID="1">
                                  <p:stCondLst>
                                    <p:cond delay="0"/>
                                  </p:stCondLst>
                                  <p:childTnLst>
                                    <p:set>
                                      <p:cBhvr>
                                        <p:cTn id="59" dur="1" fill="hold">
                                          <p:stCondLst>
                                            <p:cond delay="0"/>
                                          </p:stCondLst>
                                        </p:cTn>
                                        <p:tgtEl>
                                          <p:spTgt spid="150">
                                            <p:txEl>
                                              <p:pRg st="3" end="3"/>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nodeType="clickEffect" fill="hold" presetClass="entr" presetID="1">
                                  <p:stCondLst>
                                    <p:cond delay="0"/>
                                  </p:stCondLst>
                                  <p:childTnLst>
                                    <p:set>
                                      <p:cBhvr>
                                        <p:cTn id="63" dur="1" fill="hold">
                                          <p:stCondLst>
                                            <p:cond delay="0"/>
                                          </p:stCondLst>
                                        </p:cTn>
                                        <p:tgtEl>
                                          <p:spTgt spid="150">
                                            <p:txEl>
                                              <p:pRg st="4" end="4"/>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nodeType="clickEffect" fill="hold" presetClass="entr" presetID="1">
                                  <p:stCondLst>
                                    <p:cond delay="0"/>
                                  </p:stCondLst>
                                  <p:childTnLst>
                                    <p:set>
                                      <p:cBhvr>
                                        <p:cTn id="67" dur="1" fill="hold">
                                          <p:stCondLst>
                                            <p:cond delay="0"/>
                                          </p:stCondLst>
                                        </p:cTn>
                                        <p:tgtEl>
                                          <p:spTgt spid="150">
                                            <p:txEl>
                                              <p:pRg st="5" end="5"/>
                                            </p:txEl>
                                          </p:spTgt>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nodeType="clickEffect" fill="hold" presetClass="entr" presetID="1">
                                  <p:stCondLst>
                                    <p:cond delay="0"/>
                                  </p:stCondLst>
                                  <p:childTnLst>
                                    <p:set>
                                      <p:cBhvr>
                                        <p:cTn id="71" dur="1" fill="hold">
                                          <p:stCondLst>
                                            <p:cond delay="0"/>
                                          </p:stCondLst>
                                        </p:cTn>
                                        <p:tgtEl>
                                          <p:spTgt spid="1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Your Turn!</a:t>
            </a:r>
            <a:endParaRPr b="0" lang="en-US" sz="2600" spc="-1" strike="noStrike">
              <a:solidFill>
                <a:srgbClr val="000000"/>
              </a:solidFill>
              <a:latin typeface="Arial"/>
            </a:endParaRPr>
          </a:p>
        </p:txBody>
      </p:sp>
      <p:sp>
        <p:nvSpPr>
          <p:cNvPr id="154"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Consider again the following six numbers:</a:t>
            </a:r>
            <a:endParaRPr b="0" lang="en-US" sz="1600" spc="-1" strike="noStrike">
              <a:solidFill>
                <a:srgbClr val="000000"/>
              </a:solidFill>
              <a:latin typeface="Arial"/>
            </a:endParaRPr>
          </a:p>
          <a:p>
            <a:pPr marL="457200" indent="0" algn="ctr">
              <a:lnSpc>
                <a:spcPct val="115000"/>
              </a:lnSpc>
              <a:spcBef>
                <a:spcPts val="1199"/>
              </a:spcBef>
              <a:buNone/>
              <a:tabLst>
                <a:tab algn="l" pos="0"/>
              </a:tabLst>
            </a:pPr>
            <a:r>
              <a:rPr b="0" lang="el" sz="1600" spc="-1" strike="noStrike">
                <a:solidFill>
                  <a:schemeClr val="accent1"/>
                </a:solidFill>
                <a:latin typeface="Lato"/>
                <a:ea typeface="Lato"/>
              </a:rPr>
              <a:t>1, 3, 7, 10, 25, 50.</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Also consider this target number: 831</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Try to reach this number using the four common arithmetic operations, +, –, *, /, and all of the above six numbers at most once!</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Optionally, do so in under 30 seconds.</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How many solutions are there?</a:t>
            </a:r>
            <a:endParaRPr b="0" lang="en-US" sz="1600" spc="-1" strike="noStrike">
              <a:solidFill>
                <a:srgbClr val="000000"/>
              </a:solidFill>
              <a:latin typeface="Arial"/>
            </a:endParaRPr>
          </a:p>
        </p:txBody>
      </p:sp>
      <p:sp>
        <p:nvSpPr>
          <p:cNvPr id="155" name="PlaceHolder 3"/>
          <p:cNvSpPr>
            <a:spLocks noGrp="1"/>
          </p:cNvSpPr>
          <p:nvPr>
            <p:ph type="sldNum" idx="1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554F3640-A5A9-4209-A333-FACB37A2A0CF}" type="slidenum">
              <a:rPr b="0" lang="el" sz="1000" spc="-1" strike="noStrike">
                <a:solidFill>
                  <a:schemeClr val="accent1"/>
                </a:solidFill>
                <a:latin typeface="Lato"/>
                <a:ea typeface="Lato"/>
              </a:rPr>
              <a:t>9</a:t>
            </a:fld>
            <a:endParaRPr b="0" lang="en-US" sz="1000" spc="-1" strike="noStrike">
              <a:solidFill>
                <a:srgbClr val="000000"/>
              </a:solidFill>
              <a:latin typeface="Times New Roman"/>
            </a:endParaRPr>
          </a:p>
        </p:txBody>
      </p:sp>
      <p:sp>
        <p:nvSpPr>
          <p:cNvPr id="156" name="Google Shape;175;p24"/>
          <p:cNvSpPr/>
          <p:nvPr/>
        </p:nvSpPr>
        <p:spPr>
          <a:xfrm rot="10800000">
            <a:off x="5561640" y="4070520"/>
            <a:ext cx="2856600" cy="48240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i="1" lang="el" sz="1600" spc="-1" strike="noStrike">
                <a:solidFill>
                  <a:schemeClr val="accent1"/>
                </a:solidFill>
                <a:latin typeface="Lato"/>
                <a:ea typeface="Lato"/>
              </a:rPr>
              <a:t>There is no solution in this case</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72" dur="indefinite" restart="never" nodeType="tmRoot">
          <p:childTnLst>
            <p:seq>
              <p:cTn id="73" dur="indefinite" nodeType="mainSeq">
                <p:childTnLst>
                  <p:par>
                    <p:cTn id="74" fill="hold">
                      <p:stCondLst>
                        <p:cond delay="indefinite"/>
                      </p:stCondLst>
                      <p:childTnLst>
                        <p:par>
                          <p:cTn id="75" fill="hold">
                            <p:stCondLst>
                              <p:cond delay="0"/>
                            </p:stCondLst>
                            <p:childTnLst>
                              <p:par>
                                <p:cTn id="76" nodeType="clickEffect" fill="hold" presetClass="entr" presetID="1">
                                  <p:stCondLst>
                                    <p:cond delay="0"/>
                                  </p:stCondLst>
                                  <p:childTnLst>
                                    <p:set>
                                      <p:cBhvr>
                                        <p:cTn id="77" dur="1" fill="hold">
                                          <p:stCondLst>
                                            <p:cond delay="0"/>
                                          </p:stCondLst>
                                        </p:cTn>
                                        <p:tgtEl>
                                          <p:spTgt spid="154">
                                            <p:txEl>
                                              <p:pRg st="0" end="0"/>
                                            </p:txEl>
                                          </p:spTgt>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nodeType="clickEffect" fill="hold" presetClass="entr" presetID="1">
                                  <p:stCondLst>
                                    <p:cond delay="0"/>
                                  </p:stCondLst>
                                  <p:childTnLst>
                                    <p:set>
                                      <p:cBhvr>
                                        <p:cTn id="81" dur="1" fill="hold">
                                          <p:stCondLst>
                                            <p:cond delay="0"/>
                                          </p:stCondLst>
                                        </p:cTn>
                                        <p:tgtEl>
                                          <p:spTgt spid="154">
                                            <p:txEl>
                                              <p:pRg st="1" end="1"/>
                                            </p:txEl>
                                          </p:spTgt>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nodeType="clickEffect" fill="hold" presetClass="entr" presetID="1">
                                  <p:stCondLst>
                                    <p:cond delay="0"/>
                                  </p:stCondLst>
                                  <p:childTnLst>
                                    <p:set>
                                      <p:cBhvr>
                                        <p:cTn id="85" dur="1" fill="hold">
                                          <p:stCondLst>
                                            <p:cond delay="0"/>
                                          </p:stCondLst>
                                        </p:cTn>
                                        <p:tgtEl>
                                          <p:spTgt spid="154">
                                            <p:txEl>
                                              <p:pRg st="2" end="2"/>
                                            </p:txEl>
                                          </p:spTgt>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nodeType="clickEffect" fill="hold" presetClass="entr" presetID="1">
                                  <p:stCondLst>
                                    <p:cond delay="0"/>
                                  </p:stCondLst>
                                  <p:childTnLst>
                                    <p:set>
                                      <p:cBhvr>
                                        <p:cTn id="89" dur="1" fill="hold">
                                          <p:stCondLst>
                                            <p:cond delay="0"/>
                                          </p:stCondLst>
                                        </p:cTn>
                                        <p:tgtEl>
                                          <p:spTgt spid="154">
                                            <p:txEl>
                                              <p:pRg st="3" end="3"/>
                                            </p:txEl>
                                          </p:spTgt>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nodeType="clickEffect" fill="hold" presetClass="entr" presetID="1">
                                  <p:stCondLst>
                                    <p:cond delay="0"/>
                                  </p:stCondLst>
                                  <p:childTnLst>
                                    <p:set>
                                      <p:cBhvr>
                                        <p:cTn id="93" dur="1" fill="hold">
                                          <p:stCondLst>
                                            <p:cond delay="0"/>
                                          </p:stCondLst>
                                        </p:cTn>
                                        <p:tgtEl>
                                          <p:spTgt spid="154">
                                            <p:txEl>
                                              <p:pRg st="4" end="4"/>
                                            </p:txEl>
                                          </p:spTgt>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nodeType="clickEffect" fill="hold" presetClass="entr" presetID="1">
                                  <p:stCondLst>
                                    <p:cond delay="0"/>
                                  </p:stCondLst>
                                  <p:childTnLst>
                                    <p:set>
                                      <p:cBhvr>
                                        <p:cTn id="97" dur="1" fill="hold">
                                          <p:stCondLst>
                                            <p:cond delay="0"/>
                                          </p:stCondLst>
                                        </p:cTn>
                                        <p:tgtEl>
                                          <p:spTgt spid="154">
                                            <p:txEl>
                                              <p:pRg st="5" end="5"/>
                                            </p:txEl>
                                          </p:spTgt>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nodeType="clickEffect" fill="hold" presetClass="entr" presetID="1">
                                  <p:stCondLst>
                                    <p:cond delay="0"/>
                                  </p:stCondLst>
                                  <p:childTnLst>
                                    <p:set>
                                      <p:cBhvr>
                                        <p:cTn id="101" dur="1" fill="hold">
                                          <p:stCondLst>
                                            <p:cond delay="0"/>
                                          </p:stCondLst>
                                        </p:cTn>
                                        <p:tgtEl>
                                          <p:spTgt spid="1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How To Solve This Problem?</a:t>
            </a:r>
            <a:endParaRPr b="0" lang="en-US" sz="2600" spc="-1" strike="noStrike">
              <a:solidFill>
                <a:srgbClr val="000000"/>
              </a:solidFill>
              <a:latin typeface="Arial"/>
            </a:endParaRPr>
          </a:p>
        </p:txBody>
      </p:sp>
      <p:sp>
        <p:nvSpPr>
          <p:cNvPr id="158" name="PlaceHolder 2"/>
          <p:cNvSpPr>
            <a:spLocks noGrp="1"/>
          </p:cNvSpPr>
          <p:nvPr>
            <p:ph/>
          </p:nvPr>
        </p:nvSpPr>
        <p:spPr>
          <a:xfrm>
            <a:off x="729360" y="1378080"/>
            <a:ext cx="7688520" cy="363780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While in the actual TV show people solve this problem using their bare brain capacity, we can take advantage of our PCs and programming, in particular…</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Sounds like cheating? Well, it is, but we are computer scientists, not TV show participants!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So, how would you approach this problem?</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Take some time to think of it:</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Take some notes of your thoughts?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Write down your idea in pseudocode?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Write a draft Haskell script?</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Write a short paper on “The Countdown”?</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With Functional Programming, the sky's the limit!</a:t>
            </a:r>
            <a:endParaRPr b="0" lang="en-US" sz="1600" spc="-1" strike="noStrike">
              <a:solidFill>
                <a:srgbClr val="000000"/>
              </a:solidFill>
              <a:latin typeface="Arial"/>
            </a:endParaRPr>
          </a:p>
        </p:txBody>
      </p:sp>
      <p:sp>
        <p:nvSpPr>
          <p:cNvPr id="159" name="PlaceHolder 3"/>
          <p:cNvSpPr>
            <a:spLocks noGrp="1"/>
          </p:cNvSpPr>
          <p:nvPr>
            <p:ph type="sldNum" idx="1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A99AE22D-77E3-4C68-B5D3-7F33492FB8C7}" type="slidenum">
              <a:rPr b="0" lang="el" sz="1000" spc="-1" strike="noStrike">
                <a:solidFill>
                  <a:schemeClr val="accent1"/>
                </a:solidFill>
                <a:latin typeface="Lato"/>
                <a:ea typeface="Lato"/>
              </a:rPr>
              <a:t>10</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02" dur="indefinite" restart="never" nodeType="tmRoot">
          <p:childTnLst>
            <p:seq>
              <p:cTn id="103" dur="indefinite" nodeType="mainSeq">
                <p:childTnLst>
                  <p:par>
                    <p:cTn id="104" fill="hold">
                      <p:stCondLst>
                        <p:cond delay="indefinite"/>
                      </p:stCondLst>
                      <p:childTnLst>
                        <p:par>
                          <p:cTn id="105" fill="hold">
                            <p:stCondLst>
                              <p:cond delay="0"/>
                            </p:stCondLst>
                            <p:childTnLst>
                              <p:par>
                                <p:cTn id="106" nodeType="clickEffect" fill="hold" presetClass="entr" presetID="1">
                                  <p:stCondLst>
                                    <p:cond delay="0"/>
                                  </p:stCondLst>
                                  <p:childTnLst>
                                    <p:set>
                                      <p:cBhvr>
                                        <p:cTn id="107" dur="1" fill="hold">
                                          <p:stCondLst>
                                            <p:cond delay="0"/>
                                          </p:stCondLst>
                                        </p:cTn>
                                        <p:tgtEl>
                                          <p:spTgt spid="158">
                                            <p:txEl>
                                              <p:pRg st="0" end="0"/>
                                            </p:txEl>
                                          </p:spTgt>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nodeType="clickEffect" fill="hold" presetClass="entr" presetID="1">
                                  <p:stCondLst>
                                    <p:cond delay="0"/>
                                  </p:stCondLst>
                                  <p:childTnLst>
                                    <p:set>
                                      <p:cBhvr>
                                        <p:cTn id="111" dur="1" fill="hold">
                                          <p:stCondLst>
                                            <p:cond delay="0"/>
                                          </p:stCondLst>
                                        </p:cTn>
                                        <p:tgtEl>
                                          <p:spTgt spid="158">
                                            <p:txEl>
                                              <p:pRg st="1" end="1"/>
                                            </p:txEl>
                                          </p:spTgt>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nodeType="clickEffect" fill="hold" presetClass="entr" presetID="1">
                                  <p:stCondLst>
                                    <p:cond delay="0"/>
                                  </p:stCondLst>
                                  <p:childTnLst>
                                    <p:set>
                                      <p:cBhvr>
                                        <p:cTn id="115" dur="1" fill="hold">
                                          <p:stCondLst>
                                            <p:cond delay="0"/>
                                          </p:stCondLst>
                                        </p:cTn>
                                        <p:tgtEl>
                                          <p:spTgt spid="158">
                                            <p:txEl>
                                              <p:pRg st="2" end="2"/>
                                            </p:txEl>
                                          </p:spTgt>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nodeType="clickEffect" fill="hold" presetClass="entr" presetID="1">
                                  <p:stCondLst>
                                    <p:cond delay="0"/>
                                  </p:stCondLst>
                                  <p:childTnLst>
                                    <p:set>
                                      <p:cBhvr>
                                        <p:cTn id="119" dur="1" fill="hold">
                                          <p:stCondLst>
                                            <p:cond delay="0"/>
                                          </p:stCondLst>
                                        </p:cTn>
                                        <p:tgtEl>
                                          <p:spTgt spid="158">
                                            <p:txEl>
                                              <p:pRg st="3" end="3"/>
                                            </p:txEl>
                                          </p:spTgt>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nodeType="clickEffect" fill="hold" presetClass="entr" presetID="1">
                                  <p:stCondLst>
                                    <p:cond delay="0"/>
                                  </p:stCondLst>
                                  <p:childTnLst>
                                    <p:set>
                                      <p:cBhvr>
                                        <p:cTn id="123" dur="1" fill="hold">
                                          <p:stCondLst>
                                            <p:cond delay="0"/>
                                          </p:stCondLst>
                                        </p:cTn>
                                        <p:tgtEl>
                                          <p:spTgt spid="158">
                                            <p:txEl>
                                              <p:pRg st="4" end="4"/>
                                            </p:txEl>
                                          </p:spTgt>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nodeType="clickEffect" fill="hold" presetClass="entr" presetID="1">
                                  <p:stCondLst>
                                    <p:cond delay="0"/>
                                  </p:stCondLst>
                                  <p:childTnLst>
                                    <p:set>
                                      <p:cBhvr>
                                        <p:cTn id="127" dur="1" fill="hold">
                                          <p:stCondLst>
                                            <p:cond delay="0"/>
                                          </p:stCondLst>
                                        </p:cTn>
                                        <p:tgtEl>
                                          <p:spTgt spid="158">
                                            <p:txEl>
                                              <p:pRg st="5" end="5"/>
                                            </p:txEl>
                                          </p:spTgt>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nodeType="clickEffect" fill="hold" presetClass="entr" presetID="1">
                                  <p:stCondLst>
                                    <p:cond delay="0"/>
                                  </p:stCondLst>
                                  <p:childTnLst>
                                    <p:set>
                                      <p:cBhvr>
                                        <p:cTn id="131" dur="1" fill="hold">
                                          <p:stCondLst>
                                            <p:cond delay="0"/>
                                          </p:stCondLst>
                                        </p:cTn>
                                        <p:tgtEl>
                                          <p:spTgt spid="158">
                                            <p:txEl>
                                              <p:pRg st="6" end="6"/>
                                            </p:txEl>
                                          </p:spTgt>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nodeType="clickEffect" fill="hold" presetClass="entr" presetID="1">
                                  <p:stCondLst>
                                    <p:cond delay="0"/>
                                  </p:stCondLst>
                                  <p:childTnLst>
                                    <p:set>
                                      <p:cBhvr>
                                        <p:cTn id="135" dur="1" fill="hold">
                                          <p:stCondLst>
                                            <p:cond delay="0"/>
                                          </p:stCondLst>
                                        </p:cTn>
                                        <p:tgtEl>
                                          <p:spTgt spid="158">
                                            <p:txEl>
                                              <p:pRg st="7" end="7"/>
                                            </p:txEl>
                                          </p:spTgt>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nodeType="clickEffect" fill="hold" presetClass="entr" presetID="1">
                                  <p:stCondLst>
                                    <p:cond delay="0"/>
                                  </p:stCondLst>
                                  <p:childTnLst>
                                    <p:set>
                                      <p:cBhvr>
                                        <p:cTn id="139" dur="1" fill="hold">
                                          <p:stCondLst>
                                            <p:cond delay="0"/>
                                          </p:stCondLst>
                                        </p:cTn>
                                        <p:tgtEl>
                                          <p:spTgt spid="158">
                                            <p:txEl>
                                              <p:pRg st="8" end="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Fun Time!</a:t>
            </a:r>
            <a:endParaRPr b="0" lang="en-US" sz="3600" spc="-1" strike="noStrike">
              <a:solidFill>
                <a:srgbClr val="000000"/>
              </a:solidFill>
              <a:latin typeface="Arial"/>
            </a:endParaRPr>
          </a:p>
        </p:txBody>
      </p:sp>
      <p:sp>
        <p:nvSpPr>
          <p:cNvPr id="161" name="PlaceHolder 2"/>
          <p:cNvSpPr>
            <a:spLocks noGrp="1"/>
          </p:cNvSpPr>
          <p:nvPr>
            <p:ph type="sldNum" idx="1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B88C3282-26AA-42EC-91D8-BD34C9A5224B}" type="slidenum">
              <a:rPr b="0" lang="el" sz="1000" spc="-1" strike="noStrike">
                <a:solidFill>
                  <a:schemeClr val="lt1"/>
                </a:solidFill>
                <a:latin typeface="Lato"/>
                <a:ea typeface="Lato"/>
              </a:rPr>
              <a:t>11</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The Countdown Problem</a:t>
            </a:r>
            <a:endParaRPr b="0" lang="en-US" sz="2600" spc="-1" strike="noStrike">
              <a:solidFill>
                <a:srgbClr val="000000"/>
              </a:solidFill>
              <a:latin typeface="Arial"/>
            </a:endParaRPr>
          </a:p>
        </p:txBody>
      </p:sp>
      <p:sp>
        <p:nvSpPr>
          <p:cNvPr id="163"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To implement a fully working solution of the Countdown problem as discussed above, follow the instructions found at:</a:t>
            </a:r>
            <a:endParaRPr b="0" lang="en-US" sz="1600" spc="-1" strike="noStrike">
              <a:solidFill>
                <a:srgbClr val="000000"/>
              </a:solidFill>
              <a:latin typeface="Arial"/>
            </a:endParaRPr>
          </a:p>
          <a:p>
            <a:pPr indent="0" algn="ctr">
              <a:lnSpc>
                <a:spcPct val="115000"/>
              </a:lnSpc>
              <a:spcBef>
                <a:spcPts val="1199"/>
              </a:spcBef>
              <a:buNone/>
              <a:tabLst>
                <a:tab algn="l" pos="0"/>
              </a:tabLst>
            </a:pPr>
            <a:r>
              <a:rPr b="0" lang="el" sz="1600" spc="-1" strike="noStrike">
                <a:solidFill>
                  <a:schemeClr val="accent1"/>
                </a:solidFill>
                <a:latin typeface="Consolas"/>
                <a:ea typeface="Consolas"/>
              </a:rPr>
              <a:t>./labs/countdown_lab_01.pdf</a:t>
            </a:r>
            <a:endParaRPr b="0" lang="en-US" sz="1600" spc="-1" strike="noStrike">
              <a:solidFill>
                <a:srgbClr val="000000"/>
              </a:solidFill>
              <a:latin typeface="Arial"/>
            </a:endParaRPr>
          </a:p>
          <a:p>
            <a:pPr indent="0">
              <a:lnSpc>
                <a:spcPct val="115000"/>
              </a:lnSpc>
              <a:spcBef>
                <a:spcPts val="1199"/>
              </a:spcBef>
              <a:spcAft>
                <a:spcPts val="1199"/>
              </a:spcAft>
              <a:buNone/>
              <a:tabLst>
                <a:tab algn="l" pos="0"/>
              </a:tabLst>
            </a:pPr>
            <a:r>
              <a:rPr b="0" lang="el" sz="1600" spc="-1" strike="noStrike">
                <a:solidFill>
                  <a:schemeClr val="accent1"/>
                </a:solidFill>
                <a:latin typeface="Lato"/>
                <a:ea typeface="Lato"/>
              </a:rPr>
              <a:t>Feel free to make any optimisations you see fit to make your solution run faster!</a:t>
            </a:r>
            <a:endParaRPr b="0" lang="en-US" sz="1600" spc="-1" strike="noStrike">
              <a:solidFill>
                <a:srgbClr val="000000"/>
              </a:solidFill>
              <a:latin typeface="Arial"/>
            </a:endParaRPr>
          </a:p>
        </p:txBody>
      </p:sp>
      <p:sp>
        <p:nvSpPr>
          <p:cNvPr id="164" name="PlaceHolder 3"/>
          <p:cNvSpPr>
            <a:spLocks noGrp="1"/>
          </p:cNvSpPr>
          <p:nvPr>
            <p:ph type="sldNum" idx="1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605647CC-EE3F-45A0-B3AD-0A5C2C3B1498}" type="slidenum">
              <a:rPr b="0" lang="el" sz="1000" spc="-1" strike="noStrike">
                <a:solidFill>
                  <a:schemeClr val="accent1"/>
                </a:solidFill>
                <a:latin typeface="Lato"/>
                <a:ea typeface="Lato"/>
              </a:rPr>
              <a:t>12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Any Questions</a:t>
            </a:r>
            <a:endParaRPr b="0" lang="en-US" sz="2600" spc="-1" strike="noStrike">
              <a:solidFill>
                <a:srgbClr val="000000"/>
              </a:solidFill>
              <a:latin typeface="Arial"/>
            </a:endParaRPr>
          </a:p>
        </p:txBody>
      </p:sp>
      <p:sp>
        <p:nvSpPr>
          <p:cNvPr id="166" name="PlaceHolder 2"/>
          <p:cNvSpPr>
            <a:spLocks noGrp="1"/>
          </p:cNvSpPr>
          <p:nvPr>
            <p:ph/>
          </p:nvPr>
        </p:nvSpPr>
        <p:spPr>
          <a:xfrm>
            <a:off x="729360" y="1378080"/>
            <a:ext cx="3841920" cy="2961720"/>
          </a:xfrm>
          <a:prstGeom prst="rect">
            <a:avLst/>
          </a:prstGeom>
          <a:noFill/>
          <a:ln w="0">
            <a:noFill/>
          </a:ln>
        </p:spPr>
        <p:txBody>
          <a:bodyPr tIns="91440" bIns="91440" anchor="ctr">
            <a:normAutofit/>
          </a:bodyPr>
          <a:p>
            <a:pPr indent="0">
              <a:lnSpc>
                <a:spcPct val="115000"/>
              </a:lnSpc>
              <a:buNone/>
              <a:tabLst>
                <a:tab algn="l" pos="0"/>
              </a:tabLst>
            </a:pPr>
            <a:r>
              <a:rPr b="0" lang="el" sz="1600" spc="-1" strike="noStrike">
                <a:solidFill>
                  <a:schemeClr val="accent1"/>
                </a:solidFill>
                <a:latin typeface="Lato"/>
                <a:ea typeface="Lato"/>
              </a:rPr>
              <a:t>Don’t forget to fill in the questionnaire shown right!</a:t>
            </a:r>
            <a:endParaRPr b="0" lang="en-US" sz="1600" spc="-1" strike="noStrike">
              <a:solidFill>
                <a:srgbClr val="000000"/>
              </a:solidFill>
              <a:latin typeface="Arial"/>
            </a:endParaRPr>
          </a:p>
          <a:p>
            <a:pPr indent="0">
              <a:lnSpc>
                <a:spcPct val="115000"/>
              </a:lnSpc>
              <a:spcBef>
                <a:spcPts val="1199"/>
              </a:spcBef>
              <a:buNone/>
              <a:tabLst>
                <a:tab algn="l" pos="0"/>
              </a:tabLst>
            </a:pPr>
            <a:endParaRPr b="0" lang="en-US" sz="1600" spc="-1" strike="noStrike">
              <a:solidFill>
                <a:srgbClr val="000000"/>
              </a:solidFill>
              <a:latin typeface="Arial"/>
            </a:endParaRPr>
          </a:p>
          <a:p>
            <a:pPr indent="0">
              <a:lnSpc>
                <a:spcPct val="115000"/>
              </a:lnSpc>
              <a:spcBef>
                <a:spcPts val="1199"/>
              </a:spcBef>
              <a:spcAft>
                <a:spcPts val="1199"/>
              </a:spcAft>
              <a:buNone/>
              <a:tabLst>
                <a:tab algn="l" pos="0"/>
              </a:tabLst>
            </a:pPr>
            <a:r>
              <a:rPr b="0" lang="el" sz="1600" spc="-1" strike="noStrike">
                <a:solidFill>
                  <a:schemeClr val="accent1"/>
                </a:solidFill>
                <a:latin typeface="Lato"/>
                <a:ea typeface="Lato"/>
              </a:rPr>
              <a:t>Office hours:</a:t>
            </a:r>
            <a:br>
              <a:rPr sz="1600"/>
            </a:br>
            <a:r>
              <a:rPr b="0" lang="el" sz="1600" spc="-1" strike="noStrike">
                <a:solidFill>
                  <a:schemeClr val="accent1"/>
                </a:solidFill>
                <a:latin typeface="Lato"/>
                <a:ea typeface="Lato"/>
              </a:rPr>
              <a:t>Tuesday: 09:00 —10:00, Glyfada, PC Lab</a:t>
            </a:r>
            <a:br>
              <a:rPr sz="1600"/>
            </a:br>
            <a:r>
              <a:rPr b="0" lang="el" sz="1600" spc="-1" strike="noStrike">
                <a:solidFill>
                  <a:schemeClr val="accent1"/>
                </a:solidFill>
                <a:latin typeface="Lato"/>
                <a:ea typeface="Lato"/>
              </a:rPr>
              <a:t>Wednesday: 15:00 — 17:00, Pellinis, 203</a:t>
            </a:r>
            <a:endParaRPr b="0" lang="en-US" sz="1600" spc="-1" strike="noStrike">
              <a:solidFill>
                <a:srgbClr val="000000"/>
              </a:solidFill>
              <a:latin typeface="Arial"/>
            </a:endParaRPr>
          </a:p>
        </p:txBody>
      </p:sp>
      <p:sp>
        <p:nvSpPr>
          <p:cNvPr id="167" name="PlaceHolder 3"/>
          <p:cNvSpPr>
            <a:spLocks noGrp="1"/>
          </p:cNvSpPr>
          <p:nvPr>
            <p:ph type="sldNum" idx="1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5B3F0535-2F7A-4B4A-9190-52D968BB0E10}"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pic>
        <p:nvPicPr>
          <p:cNvPr id="168" name="Google Shape;203;p28" descr=""/>
          <p:cNvPicPr/>
          <p:nvPr/>
        </p:nvPicPr>
        <p:blipFill>
          <a:blip r:embed="rId1"/>
          <a:stretch/>
        </p:blipFill>
        <p:spPr>
          <a:xfrm>
            <a:off x="4724280" y="802440"/>
            <a:ext cx="3337560" cy="3337560"/>
          </a:xfrm>
          <a:prstGeom prst="rect">
            <a:avLst/>
          </a:prstGeom>
          <a:ln w="0">
            <a:noFill/>
          </a:ln>
        </p:spPr>
      </p:pic>
      <p:sp>
        <p:nvSpPr>
          <p:cNvPr id="169" name="Google Shape;204;p28"/>
          <p:cNvSpPr/>
          <p:nvPr/>
        </p:nvSpPr>
        <p:spPr>
          <a:xfrm>
            <a:off x="4724280" y="4105080"/>
            <a:ext cx="3584520" cy="406440"/>
          </a:xfrm>
          <a:prstGeom prst="rect">
            <a:avLst/>
          </a:prstGeom>
          <a:noFill/>
          <a:ln w="0">
            <a:noFill/>
          </a:ln>
        </p:spPr>
        <p:style>
          <a:lnRef idx="0"/>
          <a:fillRef idx="0"/>
          <a:effectRef idx="0"/>
          <a:fontRef idx="minor"/>
        </p:style>
        <p:txBody>
          <a:bodyPr tIns="91440" bIns="91440" anchor="t">
            <a:spAutoFit/>
          </a:bodyPr>
          <a:p>
            <a:pPr algn="ctr">
              <a:lnSpc>
                <a:spcPct val="100000"/>
              </a:lnSpc>
              <a:tabLst>
                <a:tab algn="l" pos="0"/>
              </a:tabLst>
            </a:pPr>
            <a:r>
              <a:rPr b="0" lang="el" sz="1300" spc="-1" strike="noStrike" u="sng">
                <a:solidFill>
                  <a:schemeClr val="hlink"/>
                </a:solidFill>
                <a:uFillTx/>
                <a:latin typeface="Consolas"/>
                <a:ea typeface="Consolas"/>
                <a:hlinkClick r:id="rId2"/>
              </a:rPr>
              <a:t>https://forms.gle/YU1mjxjBjBf8hyvH7</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LibreOffice/7.4.7.2$Linux_X86_64 LibreOffice_project/40$Build-2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2026-02-02T12:24:36Z</dcterms:modified>
  <cp:revision>2</cp:revision>
  <dc:subject/>
  <dc:title/>
</cp:coreProperties>
</file>