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2" r:id="rId1"/>
    <p:sldMasterId id="2147483660" r:id="rId2"/>
    <p:sldMasterId id="2147483687" r:id="rId3"/>
    <p:sldMasterId id="2147483688" r:id="rId4"/>
  </p:sldMasterIdLst>
  <p:notesMasterIdLst>
    <p:notesMasterId r:id="rId30"/>
  </p:notesMasterIdLst>
  <p:handoutMasterIdLst>
    <p:handoutMasterId r:id="rId31"/>
  </p:handoutMasterIdLst>
  <p:sldIdLst>
    <p:sldId id="279" r:id="rId5"/>
    <p:sldId id="284" r:id="rId6"/>
    <p:sldId id="293" r:id="rId7"/>
    <p:sldId id="312" r:id="rId8"/>
    <p:sldId id="317" r:id="rId9"/>
    <p:sldId id="318" r:id="rId10"/>
    <p:sldId id="327" r:id="rId11"/>
    <p:sldId id="316" r:id="rId12"/>
    <p:sldId id="319" r:id="rId13"/>
    <p:sldId id="320" r:id="rId14"/>
    <p:sldId id="329" r:id="rId15"/>
    <p:sldId id="311" r:id="rId16"/>
    <p:sldId id="330" r:id="rId17"/>
    <p:sldId id="294" r:id="rId18"/>
    <p:sldId id="331" r:id="rId19"/>
    <p:sldId id="332" r:id="rId20"/>
    <p:sldId id="328" r:id="rId21"/>
    <p:sldId id="305" r:id="rId22"/>
    <p:sldId id="321" r:id="rId23"/>
    <p:sldId id="322" r:id="rId24"/>
    <p:sldId id="325" r:id="rId25"/>
    <p:sldId id="323" r:id="rId26"/>
    <p:sldId id="324" r:id="rId27"/>
    <p:sldId id="301" r:id="rId28"/>
    <p:sldId id="292" r:id="rId29"/>
  </p:sldIdLst>
  <p:sldSz cx="12192000" cy="6858000"/>
  <p:notesSz cx="6858000" cy="9144000"/>
  <p:embeddedFontLst>
    <p:embeddedFont>
      <p:font typeface="Cambria Math" panose="02040503050406030204" pitchFamily="18" charset="0"/>
      <p:regular r:id="rId32"/>
    </p:embeddedFont>
    <p:embeddedFont>
      <p:font typeface="Comic Sans MS" panose="030F0902030302020204" pitchFamily="66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phen Muessig" initials="SM" lastIdx="1" clrIdx="0">
    <p:extLst>
      <p:ext uri="{19B8F6BF-5375-455C-9EA6-DF929625EA0E}">
        <p15:presenceInfo xmlns:p15="http://schemas.microsoft.com/office/powerpoint/2012/main" userId="S::783655@derby.ac.uk::7cbef656-c224-4823-a7ca-5bdfffe516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4F5"/>
    <a:srgbClr val="CECFD0"/>
    <a:srgbClr val="AB9668"/>
    <a:srgbClr val="E83A5F"/>
    <a:srgbClr val="9DA0A1"/>
    <a:srgbClr val="FEFB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2487A5-FB34-B64F-98F0-75202148B592}" v="120" dt="2024-11-23T12:32:10.4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4684"/>
  </p:normalViewPr>
  <p:slideViewPr>
    <p:cSldViewPr snapToGrid="0">
      <p:cViewPr varScale="1">
        <p:scale>
          <a:sx n="88" d="100"/>
          <a:sy n="88" d="100"/>
        </p:scale>
        <p:origin x="184" y="47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an Reiff-Marganiec" userId="01d46c1f-18bd-4200-a0f3-6735a5e2e25c" providerId="ADAL" clId="{00C0877B-9EC5-4D09-AEBA-D212F24CB375}"/>
    <pc:docChg chg="custSel addSld delSld modSld sldOrd">
      <pc:chgData name="Stephan Reiff-Marganiec" userId="01d46c1f-18bd-4200-a0f3-6735a5e2e25c" providerId="ADAL" clId="{00C0877B-9EC5-4D09-AEBA-D212F24CB375}" dt="2024-11-18T10:22:13.802" v="3780" actId="20577"/>
      <pc:docMkLst>
        <pc:docMk/>
      </pc:docMkLst>
      <pc:sldChg chg="modSp mod">
        <pc:chgData name="Stephan Reiff-Marganiec" userId="01d46c1f-18bd-4200-a0f3-6735a5e2e25c" providerId="ADAL" clId="{00C0877B-9EC5-4D09-AEBA-D212F24CB375}" dt="2024-11-18T08:16:09.870" v="1" actId="20577"/>
        <pc:sldMkLst>
          <pc:docMk/>
          <pc:sldMk cId="439625939" sldId="284"/>
        </pc:sldMkLst>
        <pc:spChg chg="mod">
          <ac:chgData name="Stephan Reiff-Marganiec" userId="01d46c1f-18bd-4200-a0f3-6735a5e2e25c" providerId="ADAL" clId="{00C0877B-9EC5-4D09-AEBA-D212F24CB375}" dt="2024-11-18T08:16:09.870" v="1" actId="20577"/>
          <ac:spMkLst>
            <pc:docMk/>
            <pc:sldMk cId="439625939" sldId="284"/>
            <ac:spMk id="2" creationId="{718ED9D1-3415-6641-0A15-90C3EC9F0116}"/>
          </ac:spMkLst>
        </pc:spChg>
      </pc:sldChg>
      <pc:sldChg chg="modSp mod">
        <pc:chgData name="Stephan Reiff-Marganiec" userId="01d46c1f-18bd-4200-a0f3-6735a5e2e25c" providerId="ADAL" clId="{00C0877B-9EC5-4D09-AEBA-D212F24CB375}" dt="2024-11-18T09:42:17.974" v="3153" actId="20577"/>
        <pc:sldMkLst>
          <pc:docMk/>
          <pc:sldMk cId="2242994235" sldId="293"/>
        </pc:sldMkLst>
        <pc:spChg chg="mod">
          <ac:chgData name="Stephan Reiff-Marganiec" userId="01d46c1f-18bd-4200-a0f3-6735a5e2e25c" providerId="ADAL" clId="{00C0877B-9EC5-4D09-AEBA-D212F24CB375}" dt="2024-11-18T09:42:17.974" v="3153" actId="20577"/>
          <ac:spMkLst>
            <pc:docMk/>
            <pc:sldMk cId="2242994235" sldId="293"/>
            <ac:spMk id="5" creationId="{685FBD3C-D6AE-C9BF-606E-EBDCAAD9155E}"/>
          </ac:spMkLst>
        </pc:spChg>
      </pc:sldChg>
      <pc:sldChg chg="modSp mod modNotesTx">
        <pc:chgData name="Stephan Reiff-Marganiec" userId="01d46c1f-18bd-4200-a0f3-6735a5e2e25c" providerId="ADAL" clId="{00C0877B-9EC5-4D09-AEBA-D212F24CB375}" dt="2024-11-18T09:38:14.199" v="3045" actId="20577"/>
        <pc:sldMkLst>
          <pc:docMk/>
          <pc:sldMk cId="727394117" sldId="294"/>
        </pc:sldMkLst>
        <pc:spChg chg="mod">
          <ac:chgData name="Stephan Reiff-Marganiec" userId="01d46c1f-18bd-4200-a0f3-6735a5e2e25c" providerId="ADAL" clId="{00C0877B-9EC5-4D09-AEBA-D212F24CB375}" dt="2024-11-18T09:30:40.589" v="2672" actId="20577"/>
          <ac:spMkLst>
            <pc:docMk/>
            <pc:sldMk cId="727394117" sldId="294"/>
            <ac:spMk id="4" creationId="{6F110E07-198F-E247-05E3-597F1DA8C10D}"/>
          </ac:spMkLst>
        </pc:spChg>
        <pc:spChg chg="mod">
          <ac:chgData name="Stephan Reiff-Marganiec" userId="01d46c1f-18bd-4200-a0f3-6735a5e2e25c" providerId="ADAL" clId="{00C0877B-9EC5-4D09-AEBA-D212F24CB375}" dt="2024-11-18T09:38:14.199" v="3045" actId="20577"/>
          <ac:spMkLst>
            <pc:docMk/>
            <pc:sldMk cId="727394117" sldId="294"/>
            <ac:spMk id="5" creationId="{94BACDA1-CF68-518C-009B-0F37417ECD26}"/>
          </ac:spMkLst>
        </pc:spChg>
      </pc:sldChg>
      <pc:sldChg chg="delSp modSp del mod">
        <pc:chgData name="Stephan Reiff-Marganiec" userId="01d46c1f-18bd-4200-a0f3-6735a5e2e25c" providerId="ADAL" clId="{00C0877B-9EC5-4D09-AEBA-D212F24CB375}" dt="2024-11-18T08:41:28.082" v="1448" actId="47"/>
        <pc:sldMkLst>
          <pc:docMk/>
          <pc:sldMk cId="643184459" sldId="297"/>
        </pc:sldMkLst>
        <pc:spChg chg="del">
          <ac:chgData name="Stephan Reiff-Marganiec" userId="01d46c1f-18bd-4200-a0f3-6735a5e2e25c" providerId="ADAL" clId="{00C0877B-9EC5-4D09-AEBA-D212F24CB375}" dt="2024-11-18T08:19:23.145" v="71" actId="478"/>
          <ac:spMkLst>
            <pc:docMk/>
            <pc:sldMk cId="643184459" sldId="297"/>
            <ac:spMk id="2" creationId="{D50BFCB6-12F0-89E5-9B8F-321AC92C125B}"/>
          </ac:spMkLst>
        </pc:spChg>
        <pc:spChg chg="del">
          <ac:chgData name="Stephan Reiff-Marganiec" userId="01d46c1f-18bd-4200-a0f3-6735a5e2e25c" providerId="ADAL" clId="{00C0877B-9EC5-4D09-AEBA-D212F24CB375}" dt="2024-11-18T08:19:23.145" v="71" actId="478"/>
          <ac:spMkLst>
            <pc:docMk/>
            <pc:sldMk cId="643184459" sldId="297"/>
            <ac:spMk id="3" creationId="{21083E3B-A145-C7F7-AD2C-14FD237DFF5E}"/>
          </ac:spMkLst>
        </pc:spChg>
        <pc:spChg chg="mod">
          <ac:chgData name="Stephan Reiff-Marganiec" userId="01d46c1f-18bd-4200-a0f3-6735a5e2e25c" providerId="ADAL" clId="{00C0877B-9EC5-4D09-AEBA-D212F24CB375}" dt="2024-11-18T08:17:11.512" v="59" actId="20577"/>
          <ac:spMkLst>
            <pc:docMk/>
            <pc:sldMk cId="643184459" sldId="297"/>
            <ac:spMk id="4" creationId="{B3B6C6E3-45C0-F2B8-A10C-B649E8E475BD}"/>
          </ac:spMkLst>
        </pc:spChg>
        <pc:spChg chg="mod">
          <ac:chgData name="Stephan Reiff-Marganiec" userId="01d46c1f-18bd-4200-a0f3-6735a5e2e25c" providerId="ADAL" clId="{00C0877B-9EC5-4D09-AEBA-D212F24CB375}" dt="2024-11-18T08:23:44.706" v="357" actId="20577"/>
          <ac:spMkLst>
            <pc:docMk/>
            <pc:sldMk cId="643184459" sldId="297"/>
            <ac:spMk id="5" creationId="{900B026E-074C-1002-72B0-AEC80377BC03}"/>
          </ac:spMkLst>
        </pc:spChg>
        <pc:spChg chg="del">
          <ac:chgData name="Stephan Reiff-Marganiec" userId="01d46c1f-18bd-4200-a0f3-6735a5e2e25c" providerId="ADAL" clId="{00C0877B-9EC5-4D09-AEBA-D212F24CB375}" dt="2024-11-18T08:19:23.145" v="71" actId="478"/>
          <ac:spMkLst>
            <pc:docMk/>
            <pc:sldMk cId="643184459" sldId="297"/>
            <ac:spMk id="6" creationId="{D38169F4-33A0-8A7C-82A8-5DB34F7A6AED}"/>
          </ac:spMkLst>
        </pc:spChg>
        <pc:spChg chg="del">
          <ac:chgData name="Stephan Reiff-Marganiec" userId="01d46c1f-18bd-4200-a0f3-6735a5e2e25c" providerId="ADAL" clId="{00C0877B-9EC5-4D09-AEBA-D212F24CB375}" dt="2024-11-18T08:19:23.145" v="71" actId="478"/>
          <ac:spMkLst>
            <pc:docMk/>
            <pc:sldMk cId="643184459" sldId="297"/>
            <ac:spMk id="7" creationId="{CCC745AF-40B2-C6CE-2B66-ADB915E059EB}"/>
          </ac:spMkLst>
        </pc:spChg>
        <pc:spChg chg="del">
          <ac:chgData name="Stephan Reiff-Marganiec" userId="01d46c1f-18bd-4200-a0f3-6735a5e2e25c" providerId="ADAL" clId="{00C0877B-9EC5-4D09-AEBA-D212F24CB375}" dt="2024-11-18T08:19:23.145" v="71" actId="478"/>
          <ac:spMkLst>
            <pc:docMk/>
            <pc:sldMk cId="643184459" sldId="297"/>
            <ac:spMk id="8" creationId="{4EAEFC14-FFFB-E8F2-33B9-29DCC85F6E33}"/>
          </ac:spMkLst>
        </pc:spChg>
        <pc:spChg chg="del">
          <ac:chgData name="Stephan Reiff-Marganiec" userId="01d46c1f-18bd-4200-a0f3-6735a5e2e25c" providerId="ADAL" clId="{00C0877B-9EC5-4D09-AEBA-D212F24CB375}" dt="2024-11-18T08:19:23.145" v="71" actId="478"/>
          <ac:spMkLst>
            <pc:docMk/>
            <pc:sldMk cId="643184459" sldId="297"/>
            <ac:spMk id="9" creationId="{5E7A2330-4F38-7417-8BFA-03ABCC880969}"/>
          </ac:spMkLst>
        </pc:spChg>
      </pc:sldChg>
      <pc:sldChg chg="modSp mod">
        <pc:chgData name="Stephan Reiff-Marganiec" userId="01d46c1f-18bd-4200-a0f3-6735a5e2e25c" providerId="ADAL" clId="{00C0877B-9EC5-4D09-AEBA-D212F24CB375}" dt="2024-11-18T10:22:13.802" v="3780" actId="20577"/>
        <pc:sldMkLst>
          <pc:docMk/>
          <pc:sldMk cId="3462713569" sldId="301"/>
        </pc:sldMkLst>
        <pc:spChg chg="mod">
          <ac:chgData name="Stephan Reiff-Marganiec" userId="01d46c1f-18bd-4200-a0f3-6735a5e2e25c" providerId="ADAL" clId="{00C0877B-9EC5-4D09-AEBA-D212F24CB375}" dt="2024-11-18T09:41:25.793" v="3113" actId="20577"/>
          <ac:spMkLst>
            <pc:docMk/>
            <pc:sldMk cId="3462713569" sldId="301"/>
            <ac:spMk id="2" creationId="{53A49953-BE89-27E2-41BF-3898DBF04E2B}"/>
          </ac:spMkLst>
        </pc:spChg>
        <pc:spChg chg="mod">
          <ac:chgData name="Stephan Reiff-Marganiec" userId="01d46c1f-18bd-4200-a0f3-6735a5e2e25c" providerId="ADAL" clId="{00C0877B-9EC5-4D09-AEBA-D212F24CB375}" dt="2024-11-18T10:22:13.802" v="3780" actId="20577"/>
          <ac:spMkLst>
            <pc:docMk/>
            <pc:sldMk cId="3462713569" sldId="301"/>
            <ac:spMk id="4" creationId="{0E829499-07E5-4630-A7BE-A22BAC8044F4}"/>
          </ac:spMkLst>
        </pc:spChg>
      </pc:sldChg>
      <pc:sldChg chg="del">
        <pc:chgData name="Stephan Reiff-Marganiec" userId="01d46c1f-18bd-4200-a0f3-6735a5e2e25c" providerId="ADAL" clId="{00C0877B-9EC5-4D09-AEBA-D212F24CB375}" dt="2024-11-18T09:41:58.181" v="3141" actId="47"/>
        <pc:sldMkLst>
          <pc:docMk/>
          <pc:sldMk cId="1390568453" sldId="304"/>
        </pc:sldMkLst>
      </pc:sldChg>
      <pc:sldChg chg="modSp mod">
        <pc:chgData name="Stephan Reiff-Marganiec" userId="01d46c1f-18bd-4200-a0f3-6735a5e2e25c" providerId="ADAL" clId="{00C0877B-9EC5-4D09-AEBA-D212F24CB375}" dt="2024-11-18T10:09:59.090" v="3704" actId="20577"/>
        <pc:sldMkLst>
          <pc:docMk/>
          <pc:sldMk cId="818188974" sldId="305"/>
        </pc:sldMkLst>
        <pc:spChg chg="mod">
          <ac:chgData name="Stephan Reiff-Marganiec" userId="01d46c1f-18bd-4200-a0f3-6735a5e2e25c" providerId="ADAL" clId="{00C0877B-9EC5-4D09-AEBA-D212F24CB375}" dt="2024-11-18T09:41:48.336" v="3140" actId="2711"/>
          <ac:spMkLst>
            <pc:docMk/>
            <pc:sldMk cId="818188974" sldId="305"/>
            <ac:spMk id="4" creationId="{A6F48F78-1A85-0B5F-B28A-BC989B91BF32}"/>
          </ac:spMkLst>
        </pc:spChg>
        <pc:spChg chg="mod">
          <ac:chgData name="Stephan Reiff-Marganiec" userId="01d46c1f-18bd-4200-a0f3-6735a5e2e25c" providerId="ADAL" clId="{00C0877B-9EC5-4D09-AEBA-D212F24CB375}" dt="2024-11-18T10:09:59.090" v="3704" actId="20577"/>
          <ac:spMkLst>
            <pc:docMk/>
            <pc:sldMk cId="818188974" sldId="305"/>
            <ac:spMk id="5" creationId="{85AFD2F4-8B2A-0C82-46D0-40B010FF4E68}"/>
          </ac:spMkLst>
        </pc:spChg>
      </pc:sldChg>
      <pc:sldChg chg="del">
        <pc:chgData name="Stephan Reiff-Marganiec" userId="01d46c1f-18bd-4200-a0f3-6735a5e2e25c" providerId="ADAL" clId="{00C0877B-9EC5-4D09-AEBA-D212F24CB375}" dt="2024-11-18T09:41:58.181" v="3141" actId="47"/>
        <pc:sldMkLst>
          <pc:docMk/>
          <pc:sldMk cId="538747096" sldId="309"/>
        </pc:sldMkLst>
      </pc:sldChg>
      <pc:sldChg chg="del">
        <pc:chgData name="Stephan Reiff-Marganiec" userId="01d46c1f-18bd-4200-a0f3-6735a5e2e25c" providerId="ADAL" clId="{00C0877B-9EC5-4D09-AEBA-D212F24CB375}" dt="2024-11-18T09:41:58.181" v="3141" actId="47"/>
        <pc:sldMkLst>
          <pc:docMk/>
          <pc:sldMk cId="3669164711" sldId="310"/>
        </pc:sldMkLst>
      </pc:sldChg>
      <pc:sldChg chg="addSp modSp mod">
        <pc:chgData name="Stephan Reiff-Marganiec" userId="01d46c1f-18bd-4200-a0f3-6735a5e2e25c" providerId="ADAL" clId="{00C0877B-9EC5-4D09-AEBA-D212F24CB375}" dt="2024-11-18T09:30:21.413" v="2652" actId="20577"/>
        <pc:sldMkLst>
          <pc:docMk/>
          <pc:sldMk cId="3853374924" sldId="311"/>
        </pc:sldMkLst>
        <pc:spChg chg="mod">
          <ac:chgData name="Stephan Reiff-Marganiec" userId="01d46c1f-18bd-4200-a0f3-6735a5e2e25c" providerId="ADAL" clId="{00C0877B-9EC5-4D09-AEBA-D212F24CB375}" dt="2024-11-18T09:26:51.028" v="2438" actId="20577"/>
          <ac:spMkLst>
            <pc:docMk/>
            <pc:sldMk cId="3853374924" sldId="311"/>
            <ac:spMk id="4" creationId="{3E31D8E8-3948-B27D-5AB2-774DD5F9B67E}"/>
          </ac:spMkLst>
        </pc:spChg>
        <pc:spChg chg="mod">
          <ac:chgData name="Stephan Reiff-Marganiec" userId="01d46c1f-18bd-4200-a0f3-6735a5e2e25c" providerId="ADAL" clId="{00C0877B-9EC5-4D09-AEBA-D212F24CB375}" dt="2024-11-18T09:30:21.413" v="2652" actId="20577"/>
          <ac:spMkLst>
            <pc:docMk/>
            <pc:sldMk cId="3853374924" sldId="311"/>
            <ac:spMk id="5" creationId="{0D6676EA-A7E3-F86B-47EA-803796F323D3}"/>
          </ac:spMkLst>
        </pc:spChg>
        <pc:picChg chg="add mod">
          <ac:chgData name="Stephan Reiff-Marganiec" userId="01d46c1f-18bd-4200-a0f3-6735a5e2e25c" providerId="ADAL" clId="{00C0877B-9EC5-4D09-AEBA-D212F24CB375}" dt="2024-11-18T09:27:39.147" v="2442" actId="1076"/>
          <ac:picMkLst>
            <pc:docMk/>
            <pc:sldMk cId="3853374924" sldId="311"/>
            <ac:picMk id="3" creationId="{5663E0E8-7B43-5038-AFD9-A27F3A868512}"/>
          </ac:picMkLst>
        </pc:picChg>
        <pc:picChg chg="add mod">
          <ac:chgData name="Stephan Reiff-Marganiec" userId="01d46c1f-18bd-4200-a0f3-6735a5e2e25c" providerId="ADAL" clId="{00C0877B-9EC5-4D09-AEBA-D212F24CB375}" dt="2024-11-18T09:28:41.307" v="2463" actId="1076"/>
          <ac:picMkLst>
            <pc:docMk/>
            <pc:sldMk cId="3853374924" sldId="311"/>
            <ac:picMk id="7" creationId="{F349A01D-F9FE-7C57-A17E-105CF219089E}"/>
          </ac:picMkLst>
        </pc:picChg>
      </pc:sldChg>
      <pc:sldChg chg="modSp mod">
        <pc:chgData name="Stephan Reiff-Marganiec" userId="01d46c1f-18bd-4200-a0f3-6735a5e2e25c" providerId="ADAL" clId="{00C0877B-9EC5-4D09-AEBA-D212F24CB375}" dt="2024-11-18T08:34:31.551" v="935" actId="20577"/>
        <pc:sldMkLst>
          <pc:docMk/>
          <pc:sldMk cId="1621581350" sldId="312"/>
        </pc:sldMkLst>
        <pc:spChg chg="mod">
          <ac:chgData name="Stephan Reiff-Marganiec" userId="01d46c1f-18bd-4200-a0f3-6735a5e2e25c" providerId="ADAL" clId="{00C0877B-9EC5-4D09-AEBA-D212F24CB375}" dt="2024-11-18T08:34:31.551" v="935" actId="20577"/>
          <ac:spMkLst>
            <pc:docMk/>
            <pc:sldMk cId="1621581350" sldId="312"/>
            <ac:spMk id="2" creationId="{A07D5100-D3AF-5B58-4898-3A946B56BAEC}"/>
          </ac:spMkLst>
        </pc:spChg>
        <pc:spChg chg="mod">
          <ac:chgData name="Stephan Reiff-Marganiec" userId="01d46c1f-18bd-4200-a0f3-6735a5e2e25c" providerId="ADAL" clId="{00C0877B-9EC5-4D09-AEBA-D212F24CB375}" dt="2024-11-18T08:33:23.248" v="769" actId="20577"/>
          <ac:spMkLst>
            <pc:docMk/>
            <pc:sldMk cId="1621581350" sldId="312"/>
            <ac:spMk id="4" creationId="{8F32FE14-90AC-7BF9-0252-28E1919E13DD}"/>
          </ac:spMkLst>
        </pc:spChg>
      </pc:sldChg>
      <pc:sldChg chg="modSp mod">
        <pc:chgData name="Stephan Reiff-Marganiec" userId="01d46c1f-18bd-4200-a0f3-6735a5e2e25c" providerId="ADAL" clId="{00C0877B-9EC5-4D09-AEBA-D212F24CB375}" dt="2024-11-18T10:21:31.666" v="3757" actId="20577"/>
        <pc:sldMkLst>
          <pc:docMk/>
          <pc:sldMk cId="2715165107" sldId="313"/>
        </pc:sldMkLst>
        <pc:spChg chg="mod">
          <ac:chgData name="Stephan Reiff-Marganiec" userId="01d46c1f-18bd-4200-a0f3-6735a5e2e25c" providerId="ADAL" clId="{00C0877B-9EC5-4D09-AEBA-D212F24CB375}" dt="2024-11-18T10:21:31.666" v="3757" actId="20577"/>
          <ac:spMkLst>
            <pc:docMk/>
            <pc:sldMk cId="2715165107" sldId="313"/>
            <ac:spMk id="2" creationId="{E1188A8C-0918-045A-61F0-CDD4D6AA94E7}"/>
          </ac:spMkLst>
        </pc:spChg>
        <pc:spChg chg="mod">
          <ac:chgData name="Stephan Reiff-Marganiec" userId="01d46c1f-18bd-4200-a0f3-6735a5e2e25c" providerId="ADAL" clId="{00C0877B-9EC5-4D09-AEBA-D212F24CB375}" dt="2024-11-18T09:21:27.819" v="2007" actId="20577"/>
          <ac:spMkLst>
            <pc:docMk/>
            <pc:sldMk cId="2715165107" sldId="313"/>
            <ac:spMk id="4" creationId="{2C059E95-B717-3453-2C45-3290E2CB1ABA}"/>
          </ac:spMkLst>
        </pc:spChg>
      </pc:sldChg>
      <pc:sldChg chg="del">
        <pc:chgData name="Stephan Reiff-Marganiec" userId="01d46c1f-18bd-4200-a0f3-6735a5e2e25c" providerId="ADAL" clId="{00C0877B-9EC5-4D09-AEBA-D212F24CB375}" dt="2024-11-18T09:41:58.181" v="3141" actId="47"/>
        <pc:sldMkLst>
          <pc:docMk/>
          <pc:sldMk cId="1763882760" sldId="314"/>
        </pc:sldMkLst>
      </pc:sldChg>
      <pc:sldChg chg="del">
        <pc:chgData name="Stephan Reiff-Marganiec" userId="01d46c1f-18bd-4200-a0f3-6735a5e2e25c" providerId="ADAL" clId="{00C0877B-9EC5-4D09-AEBA-D212F24CB375}" dt="2024-11-18T09:41:58.181" v="3141" actId="47"/>
        <pc:sldMkLst>
          <pc:docMk/>
          <pc:sldMk cId="2484256252" sldId="315"/>
        </pc:sldMkLst>
      </pc:sldChg>
      <pc:sldChg chg="addSp modSp add mod">
        <pc:chgData name="Stephan Reiff-Marganiec" userId="01d46c1f-18bd-4200-a0f3-6735a5e2e25c" providerId="ADAL" clId="{00C0877B-9EC5-4D09-AEBA-D212F24CB375}" dt="2024-11-18T08:47:59.820" v="1764" actId="113"/>
        <pc:sldMkLst>
          <pc:docMk/>
          <pc:sldMk cId="2183636186" sldId="316"/>
        </pc:sldMkLst>
        <pc:spChg chg="mod">
          <ac:chgData name="Stephan Reiff-Marganiec" userId="01d46c1f-18bd-4200-a0f3-6735a5e2e25c" providerId="ADAL" clId="{00C0877B-9EC5-4D09-AEBA-D212F24CB375}" dt="2024-11-18T08:47:59.820" v="1764" actId="113"/>
          <ac:spMkLst>
            <pc:docMk/>
            <pc:sldMk cId="2183636186" sldId="316"/>
            <ac:spMk id="2" creationId="{A07D5100-D3AF-5B58-4898-3A946B56BAEC}"/>
          </ac:spMkLst>
        </pc:spChg>
        <pc:spChg chg="add mod">
          <ac:chgData name="Stephan Reiff-Marganiec" userId="01d46c1f-18bd-4200-a0f3-6735a5e2e25c" providerId="ADAL" clId="{00C0877B-9EC5-4D09-AEBA-D212F24CB375}" dt="2024-11-18T08:47:18.340" v="1741" actId="1076"/>
          <ac:spMkLst>
            <pc:docMk/>
            <pc:sldMk cId="2183636186" sldId="316"/>
            <ac:spMk id="7" creationId="{986F6BDE-DFF2-70E4-9D00-B7B4D60FF5CB}"/>
          </ac:spMkLst>
        </pc:spChg>
        <pc:picChg chg="add mod">
          <ac:chgData name="Stephan Reiff-Marganiec" userId="01d46c1f-18bd-4200-a0f3-6735a5e2e25c" providerId="ADAL" clId="{00C0877B-9EC5-4D09-AEBA-D212F24CB375}" dt="2024-11-18T08:47:30.468" v="1746" actId="1076"/>
          <ac:picMkLst>
            <pc:docMk/>
            <pc:sldMk cId="2183636186" sldId="316"/>
            <ac:picMk id="6" creationId="{5487643C-282B-1280-08AE-E239DF2F86E1}"/>
          </ac:picMkLst>
        </pc:picChg>
      </pc:sldChg>
      <pc:sldChg chg="modSp add mod">
        <pc:chgData name="Stephan Reiff-Marganiec" userId="01d46c1f-18bd-4200-a0f3-6735a5e2e25c" providerId="ADAL" clId="{00C0877B-9EC5-4D09-AEBA-D212F24CB375}" dt="2024-11-18T08:36:24.271" v="1083" actId="20577"/>
        <pc:sldMkLst>
          <pc:docMk/>
          <pc:sldMk cId="1229942710" sldId="317"/>
        </pc:sldMkLst>
        <pc:spChg chg="mod">
          <ac:chgData name="Stephan Reiff-Marganiec" userId="01d46c1f-18bd-4200-a0f3-6735a5e2e25c" providerId="ADAL" clId="{00C0877B-9EC5-4D09-AEBA-D212F24CB375}" dt="2024-11-18T08:36:24.271" v="1083" actId="20577"/>
          <ac:spMkLst>
            <pc:docMk/>
            <pc:sldMk cId="1229942710" sldId="317"/>
            <ac:spMk id="2" creationId="{A07D5100-D3AF-5B58-4898-3A946B56BAEC}"/>
          </ac:spMkLst>
        </pc:spChg>
      </pc:sldChg>
      <pc:sldChg chg="modSp add mod">
        <pc:chgData name="Stephan Reiff-Marganiec" userId="01d46c1f-18bd-4200-a0f3-6735a5e2e25c" providerId="ADAL" clId="{00C0877B-9EC5-4D09-AEBA-D212F24CB375}" dt="2024-11-18T08:42:39.635" v="1500" actId="20577"/>
        <pc:sldMkLst>
          <pc:docMk/>
          <pc:sldMk cId="1197769518" sldId="318"/>
        </pc:sldMkLst>
        <pc:spChg chg="mod">
          <ac:chgData name="Stephan Reiff-Marganiec" userId="01d46c1f-18bd-4200-a0f3-6735a5e2e25c" providerId="ADAL" clId="{00C0877B-9EC5-4D09-AEBA-D212F24CB375}" dt="2024-11-18T08:42:39.635" v="1500" actId="20577"/>
          <ac:spMkLst>
            <pc:docMk/>
            <pc:sldMk cId="1197769518" sldId="318"/>
            <ac:spMk id="2" creationId="{A07D5100-D3AF-5B58-4898-3A946B56BAEC}"/>
          </ac:spMkLst>
        </pc:spChg>
        <pc:spChg chg="mod">
          <ac:chgData name="Stephan Reiff-Marganiec" userId="01d46c1f-18bd-4200-a0f3-6735a5e2e25c" providerId="ADAL" clId="{00C0877B-9EC5-4D09-AEBA-D212F24CB375}" dt="2024-11-18T08:35:48.380" v="1038" actId="20577"/>
          <ac:spMkLst>
            <pc:docMk/>
            <pc:sldMk cId="1197769518" sldId="318"/>
            <ac:spMk id="4" creationId="{8F32FE14-90AC-7BF9-0252-28E1919E13DD}"/>
          </ac:spMkLst>
        </pc:spChg>
      </pc:sldChg>
      <pc:sldChg chg="delSp modSp add mod">
        <pc:chgData name="Stephan Reiff-Marganiec" userId="01d46c1f-18bd-4200-a0f3-6735a5e2e25c" providerId="ADAL" clId="{00C0877B-9EC5-4D09-AEBA-D212F24CB375}" dt="2024-11-18T09:44:20.725" v="3246" actId="20577"/>
        <pc:sldMkLst>
          <pc:docMk/>
          <pc:sldMk cId="2096416315" sldId="319"/>
        </pc:sldMkLst>
        <pc:spChg chg="mod">
          <ac:chgData name="Stephan Reiff-Marganiec" userId="01d46c1f-18bd-4200-a0f3-6735a5e2e25c" providerId="ADAL" clId="{00C0877B-9EC5-4D09-AEBA-D212F24CB375}" dt="2024-11-18T09:44:20.725" v="3246" actId="20577"/>
          <ac:spMkLst>
            <pc:docMk/>
            <pc:sldMk cId="2096416315" sldId="319"/>
            <ac:spMk id="2" creationId="{A07D5100-D3AF-5B58-4898-3A946B56BAEC}"/>
          </ac:spMkLst>
        </pc:spChg>
        <pc:spChg chg="del">
          <ac:chgData name="Stephan Reiff-Marganiec" userId="01d46c1f-18bd-4200-a0f3-6735a5e2e25c" providerId="ADAL" clId="{00C0877B-9EC5-4D09-AEBA-D212F24CB375}" dt="2024-11-18T08:59:27.834" v="1859" actId="478"/>
          <ac:spMkLst>
            <pc:docMk/>
            <pc:sldMk cId="2096416315" sldId="319"/>
            <ac:spMk id="7" creationId="{986F6BDE-DFF2-70E4-9D00-B7B4D60FF5CB}"/>
          </ac:spMkLst>
        </pc:spChg>
        <pc:picChg chg="del">
          <ac:chgData name="Stephan Reiff-Marganiec" userId="01d46c1f-18bd-4200-a0f3-6735a5e2e25c" providerId="ADAL" clId="{00C0877B-9EC5-4D09-AEBA-D212F24CB375}" dt="2024-11-18T08:59:27.834" v="1859" actId="478"/>
          <ac:picMkLst>
            <pc:docMk/>
            <pc:sldMk cId="2096416315" sldId="319"/>
            <ac:picMk id="6" creationId="{5487643C-282B-1280-08AE-E239DF2F86E1}"/>
          </ac:picMkLst>
        </pc:picChg>
      </pc:sldChg>
      <pc:sldChg chg="modSp add mod ord">
        <pc:chgData name="Stephan Reiff-Marganiec" userId="01d46c1f-18bd-4200-a0f3-6735a5e2e25c" providerId="ADAL" clId="{00C0877B-9EC5-4D09-AEBA-D212F24CB375}" dt="2024-11-18T09:19:28.571" v="1989" actId="20577"/>
        <pc:sldMkLst>
          <pc:docMk/>
          <pc:sldMk cId="2719265866" sldId="320"/>
        </pc:sldMkLst>
        <pc:spChg chg="mod">
          <ac:chgData name="Stephan Reiff-Marganiec" userId="01d46c1f-18bd-4200-a0f3-6735a5e2e25c" providerId="ADAL" clId="{00C0877B-9EC5-4D09-AEBA-D212F24CB375}" dt="2024-11-18T09:19:28.571" v="1989" actId="20577"/>
          <ac:spMkLst>
            <pc:docMk/>
            <pc:sldMk cId="2719265866" sldId="320"/>
            <ac:spMk id="2" creationId="{A07D5100-D3AF-5B58-4898-3A946B56BAEC}"/>
          </ac:spMkLst>
        </pc:spChg>
        <pc:spChg chg="mod">
          <ac:chgData name="Stephan Reiff-Marganiec" userId="01d46c1f-18bd-4200-a0f3-6735a5e2e25c" providerId="ADAL" clId="{00C0877B-9EC5-4D09-AEBA-D212F24CB375}" dt="2024-11-18T09:18:55.512" v="1875" actId="20577"/>
          <ac:spMkLst>
            <pc:docMk/>
            <pc:sldMk cId="2719265866" sldId="320"/>
            <ac:spMk id="4" creationId="{8F32FE14-90AC-7BF9-0252-28E1919E13DD}"/>
          </ac:spMkLst>
        </pc:spChg>
      </pc:sldChg>
    </pc:docChg>
  </pc:docChgLst>
  <pc:docChgLst>
    <pc:chgData name="Stephan Reiff-Marganiec" userId="01d46c1f-18bd-4200-a0f3-6735a5e2e25c" providerId="ADAL" clId="{BA2487A5-FB34-B64F-98F0-75202148B592}"/>
    <pc:docChg chg="undo custSel addSld delSld modSld sldOrd">
      <pc:chgData name="Stephan Reiff-Marganiec" userId="01d46c1f-18bd-4200-a0f3-6735a5e2e25c" providerId="ADAL" clId="{BA2487A5-FB34-B64F-98F0-75202148B592}" dt="2024-11-23T12:39:21.137" v="6097" actId="2696"/>
      <pc:docMkLst>
        <pc:docMk/>
      </pc:docMkLst>
      <pc:sldChg chg="modSp mod">
        <pc:chgData name="Stephan Reiff-Marganiec" userId="01d46c1f-18bd-4200-a0f3-6735a5e2e25c" providerId="ADAL" clId="{BA2487A5-FB34-B64F-98F0-75202148B592}" dt="2024-11-22T17:03:52.615" v="115" actId="20577"/>
        <pc:sldMkLst>
          <pc:docMk/>
          <pc:sldMk cId="439625939" sldId="284"/>
        </pc:sldMkLst>
        <pc:spChg chg="mod">
          <ac:chgData name="Stephan Reiff-Marganiec" userId="01d46c1f-18bd-4200-a0f3-6735a5e2e25c" providerId="ADAL" clId="{BA2487A5-FB34-B64F-98F0-75202148B592}" dt="2024-11-22T17:03:52.615" v="115" actId="20577"/>
          <ac:spMkLst>
            <pc:docMk/>
            <pc:sldMk cId="439625939" sldId="284"/>
            <ac:spMk id="2" creationId="{718ED9D1-3415-6641-0A15-90C3EC9F0116}"/>
          </ac:spMkLst>
        </pc:spChg>
      </pc:sldChg>
      <pc:sldChg chg="modSp mod">
        <pc:chgData name="Stephan Reiff-Marganiec" userId="01d46c1f-18bd-4200-a0f3-6735a5e2e25c" providerId="ADAL" clId="{BA2487A5-FB34-B64F-98F0-75202148B592}" dt="2024-11-23T10:49:30.201" v="1300" actId="20577"/>
        <pc:sldMkLst>
          <pc:docMk/>
          <pc:sldMk cId="1572750539" sldId="292"/>
        </pc:sldMkLst>
        <pc:spChg chg="mod">
          <ac:chgData name="Stephan Reiff-Marganiec" userId="01d46c1f-18bd-4200-a0f3-6735a5e2e25c" providerId="ADAL" clId="{BA2487A5-FB34-B64F-98F0-75202148B592}" dt="2024-11-23T10:49:30.201" v="1300" actId="20577"/>
          <ac:spMkLst>
            <pc:docMk/>
            <pc:sldMk cId="1572750539" sldId="292"/>
            <ac:spMk id="2" creationId="{C2AFFF85-D0B3-F8C6-19DD-AD706E448F9B}"/>
          </ac:spMkLst>
        </pc:spChg>
      </pc:sldChg>
      <pc:sldChg chg="modSp mod">
        <pc:chgData name="Stephan Reiff-Marganiec" userId="01d46c1f-18bd-4200-a0f3-6735a5e2e25c" providerId="ADAL" clId="{BA2487A5-FB34-B64F-98F0-75202148B592}" dt="2024-11-23T10:32:24.526" v="449"/>
        <pc:sldMkLst>
          <pc:docMk/>
          <pc:sldMk cId="2242994235" sldId="293"/>
        </pc:sldMkLst>
        <pc:spChg chg="mod">
          <ac:chgData name="Stephan Reiff-Marganiec" userId="01d46c1f-18bd-4200-a0f3-6735a5e2e25c" providerId="ADAL" clId="{BA2487A5-FB34-B64F-98F0-75202148B592}" dt="2024-11-23T10:32:24.526" v="449"/>
          <ac:spMkLst>
            <pc:docMk/>
            <pc:sldMk cId="2242994235" sldId="293"/>
            <ac:spMk id="5" creationId="{685FBD3C-D6AE-C9BF-606E-EBDCAAD9155E}"/>
          </ac:spMkLst>
        </pc:spChg>
      </pc:sldChg>
      <pc:sldChg chg="modSp mod">
        <pc:chgData name="Stephan Reiff-Marganiec" userId="01d46c1f-18bd-4200-a0f3-6735a5e2e25c" providerId="ADAL" clId="{BA2487A5-FB34-B64F-98F0-75202148B592}" dt="2024-11-23T12:38:07.207" v="6048" actId="20577"/>
        <pc:sldMkLst>
          <pc:docMk/>
          <pc:sldMk cId="727394117" sldId="294"/>
        </pc:sldMkLst>
        <pc:spChg chg="mod">
          <ac:chgData name="Stephan Reiff-Marganiec" userId="01d46c1f-18bd-4200-a0f3-6735a5e2e25c" providerId="ADAL" clId="{BA2487A5-FB34-B64F-98F0-75202148B592}" dt="2024-11-23T12:37:12.794" v="5998" actId="20577"/>
          <ac:spMkLst>
            <pc:docMk/>
            <pc:sldMk cId="727394117" sldId="294"/>
            <ac:spMk id="4" creationId="{6F110E07-198F-E247-05E3-597F1DA8C10D}"/>
          </ac:spMkLst>
        </pc:spChg>
        <pc:spChg chg="mod">
          <ac:chgData name="Stephan Reiff-Marganiec" userId="01d46c1f-18bd-4200-a0f3-6735a5e2e25c" providerId="ADAL" clId="{BA2487A5-FB34-B64F-98F0-75202148B592}" dt="2024-11-23T12:38:07.207" v="6048" actId="20577"/>
          <ac:spMkLst>
            <pc:docMk/>
            <pc:sldMk cId="727394117" sldId="294"/>
            <ac:spMk id="5" creationId="{94BACDA1-CF68-518C-009B-0F37417ECD26}"/>
          </ac:spMkLst>
        </pc:spChg>
      </pc:sldChg>
      <pc:sldChg chg="addSp delSp modSp mod">
        <pc:chgData name="Stephan Reiff-Marganiec" userId="01d46c1f-18bd-4200-a0f3-6735a5e2e25c" providerId="ADAL" clId="{BA2487A5-FB34-B64F-98F0-75202148B592}" dt="2024-11-23T10:48:44.659" v="1280" actId="1582"/>
        <pc:sldMkLst>
          <pc:docMk/>
          <pc:sldMk cId="3462713569" sldId="301"/>
        </pc:sldMkLst>
        <pc:spChg chg="mod">
          <ac:chgData name="Stephan Reiff-Marganiec" userId="01d46c1f-18bd-4200-a0f3-6735a5e2e25c" providerId="ADAL" clId="{BA2487A5-FB34-B64F-98F0-75202148B592}" dt="2024-11-23T10:44:40.104" v="1187" actId="20577"/>
          <ac:spMkLst>
            <pc:docMk/>
            <pc:sldMk cId="3462713569" sldId="301"/>
            <ac:spMk id="2" creationId="{53A49953-BE89-27E2-41BF-3898DBF04E2B}"/>
          </ac:spMkLst>
        </pc:spChg>
        <pc:spChg chg="add del mod">
          <ac:chgData name="Stephan Reiff-Marganiec" userId="01d46c1f-18bd-4200-a0f3-6735a5e2e25c" providerId="ADAL" clId="{BA2487A5-FB34-B64F-98F0-75202148B592}" dt="2024-11-23T10:42:25.387" v="1136" actId="478"/>
          <ac:spMkLst>
            <pc:docMk/>
            <pc:sldMk cId="3462713569" sldId="301"/>
            <ac:spMk id="3" creationId="{716DE60C-F4C0-9F4A-FD1D-ABDB6E799B19}"/>
          </ac:spMkLst>
        </pc:spChg>
        <pc:spChg chg="mod">
          <ac:chgData name="Stephan Reiff-Marganiec" userId="01d46c1f-18bd-4200-a0f3-6735a5e2e25c" providerId="ADAL" clId="{BA2487A5-FB34-B64F-98F0-75202148B592}" dt="2024-11-23T10:34:40.224" v="523" actId="20577"/>
          <ac:spMkLst>
            <pc:docMk/>
            <pc:sldMk cId="3462713569" sldId="301"/>
            <ac:spMk id="4" creationId="{0E829499-07E5-4630-A7BE-A22BAC8044F4}"/>
          </ac:spMkLst>
        </pc:spChg>
        <pc:spChg chg="add mod">
          <ac:chgData name="Stephan Reiff-Marganiec" userId="01d46c1f-18bd-4200-a0f3-6735a5e2e25c" providerId="ADAL" clId="{BA2487A5-FB34-B64F-98F0-75202148B592}" dt="2024-11-23T10:47:59.220" v="1277" actId="1038"/>
          <ac:spMkLst>
            <pc:docMk/>
            <pc:sldMk cId="3462713569" sldId="301"/>
            <ac:spMk id="6" creationId="{5801CEE5-CC62-7497-33E8-CAC487BD41F6}"/>
          </ac:spMkLst>
        </pc:spChg>
        <pc:spChg chg="add mod">
          <ac:chgData name="Stephan Reiff-Marganiec" userId="01d46c1f-18bd-4200-a0f3-6735a5e2e25c" providerId="ADAL" clId="{BA2487A5-FB34-B64F-98F0-75202148B592}" dt="2024-11-23T10:47:59.220" v="1277" actId="1038"/>
          <ac:spMkLst>
            <pc:docMk/>
            <pc:sldMk cId="3462713569" sldId="301"/>
            <ac:spMk id="7" creationId="{47B95604-11E5-984F-D1AE-C2E2176BBF47}"/>
          </ac:spMkLst>
        </pc:spChg>
        <pc:spChg chg="add mod">
          <ac:chgData name="Stephan Reiff-Marganiec" userId="01d46c1f-18bd-4200-a0f3-6735a5e2e25c" providerId="ADAL" clId="{BA2487A5-FB34-B64F-98F0-75202148B592}" dt="2024-11-23T10:47:47.586" v="1239" actId="1076"/>
          <ac:spMkLst>
            <pc:docMk/>
            <pc:sldMk cId="3462713569" sldId="301"/>
            <ac:spMk id="8" creationId="{799DBA56-177A-EECE-0D6E-0516E758D259}"/>
          </ac:spMkLst>
        </pc:spChg>
        <pc:spChg chg="add mod">
          <ac:chgData name="Stephan Reiff-Marganiec" userId="01d46c1f-18bd-4200-a0f3-6735a5e2e25c" providerId="ADAL" clId="{BA2487A5-FB34-B64F-98F0-75202148B592}" dt="2024-11-23T10:47:59.220" v="1277" actId="1038"/>
          <ac:spMkLst>
            <pc:docMk/>
            <pc:sldMk cId="3462713569" sldId="301"/>
            <ac:spMk id="9" creationId="{6B1A6110-042F-4B44-88B0-380983CDCCA3}"/>
          </ac:spMkLst>
        </pc:spChg>
        <pc:spChg chg="add mod">
          <ac:chgData name="Stephan Reiff-Marganiec" userId="01d46c1f-18bd-4200-a0f3-6735a5e2e25c" providerId="ADAL" clId="{BA2487A5-FB34-B64F-98F0-75202148B592}" dt="2024-11-23T10:47:59.220" v="1277" actId="1038"/>
          <ac:spMkLst>
            <pc:docMk/>
            <pc:sldMk cId="3462713569" sldId="301"/>
            <ac:spMk id="10" creationId="{1175188D-1CA9-F7BD-0891-096E036DDF88}"/>
          </ac:spMkLst>
        </pc:spChg>
        <pc:spChg chg="add mod">
          <ac:chgData name="Stephan Reiff-Marganiec" userId="01d46c1f-18bd-4200-a0f3-6735a5e2e25c" providerId="ADAL" clId="{BA2487A5-FB34-B64F-98F0-75202148B592}" dt="2024-11-23T10:47:59.220" v="1277" actId="1038"/>
          <ac:spMkLst>
            <pc:docMk/>
            <pc:sldMk cId="3462713569" sldId="301"/>
            <ac:spMk id="11" creationId="{0D06C35D-E587-81C8-380A-5C55BF18E9F1}"/>
          </ac:spMkLst>
        </pc:spChg>
        <pc:spChg chg="add mod">
          <ac:chgData name="Stephan Reiff-Marganiec" userId="01d46c1f-18bd-4200-a0f3-6735a5e2e25c" providerId="ADAL" clId="{BA2487A5-FB34-B64F-98F0-75202148B592}" dt="2024-11-23T10:47:59.220" v="1277" actId="1038"/>
          <ac:spMkLst>
            <pc:docMk/>
            <pc:sldMk cId="3462713569" sldId="301"/>
            <ac:spMk id="12" creationId="{DFE84766-07DE-4B2C-F24B-6B50D51D6DEC}"/>
          </ac:spMkLst>
        </pc:spChg>
        <pc:spChg chg="add mod">
          <ac:chgData name="Stephan Reiff-Marganiec" userId="01d46c1f-18bd-4200-a0f3-6735a5e2e25c" providerId="ADAL" clId="{BA2487A5-FB34-B64F-98F0-75202148B592}" dt="2024-11-23T10:47:59.220" v="1277" actId="1038"/>
          <ac:spMkLst>
            <pc:docMk/>
            <pc:sldMk cId="3462713569" sldId="301"/>
            <ac:spMk id="13" creationId="{24446FE6-0FD5-07E7-EB59-26FA2374315C}"/>
          </ac:spMkLst>
        </pc:spChg>
        <pc:spChg chg="add mod">
          <ac:chgData name="Stephan Reiff-Marganiec" userId="01d46c1f-18bd-4200-a0f3-6735a5e2e25c" providerId="ADAL" clId="{BA2487A5-FB34-B64F-98F0-75202148B592}" dt="2024-11-23T10:48:06.836" v="1278" actId="14100"/>
          <ac:spMkLst>
            <pc:docMk/>
            <pc:sldMk cId="3462713569" sldId="301"/>
            <ac:spMk id="14" creationId="{21768BA2-078B-C46A-F9E0-E78D52B5298D}"/>
          </ac:spMkLst>
        </pc:spChg>
        <pc:spChg chg="add mod">
          <ac:chgData name="Stephan Reiff-Marganiec" userId="01d46c1f-18bd-4200-a0f3-6735a5e2e25c" providerId="ADAL" clId="{BA2487A5-FB34-B64F-98F0-75202148B592}" dt="2024-11-23T10:47:59.220" v="1277" actId="1038"/>
          <ac:spMkLst>
            <pc:docMk/>
            <pc:sldMk cId="3462713569" sldId="301"/>
            <ac:spMk id="15" creationId="{066DB0B8-6401-C310-24AD-D326B3046F2B}"/>
          </ac:spMkLst>
        </pc:spChg>
        <pc:spChg chg="add mod">
          <ac:chgData name="Stephan Reiff-Marganiec" userId="01d46c1f-18bd-4200-a0f3-6735a5e2e25c" providerId="ADAL" clId="{BA2487A5-FB34-B64F-98F0-75202148B592}" dt="2024-11-23T10:47:59.220" v="1277" actId="1038"/>
          <ac:spMkLst>
            <pc:docMk/>
            <pc:sldMk cId="3462713569" sldId="301"/>
            <ac:spMk id="16" creationId="{DD5BD8CA-5F2E-35B4-E71E-CEA9F947D0BF}"/>
          </ac:spMkLst>
        </pc:spChg>
        <pc:spChg chg="add mod">
          <ac:chgData name="Stephan Reiff-Marganiec" userId="01d46c1f-18bd-4200-a0f3-6735a5e2e25c" providerId="ADAL" clId="{BA2487A5-FB34-B64F-98F0-75202148B592}" dt="2024-11-23T10:47:59.220" v="1277" actId="1038"/>
          <ac:spMkLst>
            <pc:docMk/>
            <pc:sldMk cId="3462713569" sldId="301"/>
            <ac:spMk id="17" creationId="{B6540B29-A6FF-4050-EB5B-B8B052C57287}"/>
          </ac:spMkLst>
        </pc:spChg>
        <pc:spChg chg="add mod">
          <ac:chgData name="Stephan Reiff-Marganiec" userId="01d46c1f-18bd-4200-a0f3-6735a5e2e25c" providerId="ADAL" clId="{BA2487A5-FB34-B64F-98F0-75202148B592}" dt="2024-11-23T10:47:59.220" v="1277" actId="1038"/>
          <ac:spMkLst>
            <pc:docMk/>
            <pc:sldMk cId="3462713569" sldId="301"/>
            <ac:spMk id="18" creationId="{A8C10A42-8F5C-B7C4-CB49-F9485BAB9528}"/>
          </ac:spMkLst>
        </pc:spChg>
        <pc:spChg chg="add mod">
          <ac:chgData name="Stephan Reiff-Marganiec" userId="01d46c1f-18bd-4200-a0f3-6735a5e2e25c" providerId="ADAL" clId="{BA2487A5-FB34-B64F-98F0-75202148B592}" dt="2024-11-23T10:47:59.220" v="1277" actId="1038"/>
          <ac:spMkLst>
            <pc:docMk/>
            <pc:sldMk cId="3462713569" sldId="301"/>
            <ac:spMk id="19" creationId="{BD1082D9-7036-95A3-F429-979A5C234243}"/>
          </ac:spMkLst>
        </pc:spChg>
        <pc:cxnChg chg="add mod">
          <ac:chgData name="Stephan Reiff-Marganiec" userId="01d46c1f-18bd-4200-a0f3-6735a5e2e25c" providerId="ADAL" clId="{BA2487A5-FB34-B64F-98F0-75202148B592}" dt="2024-11-23T10:48:44.659" v="1280" actId="1582"/>
          <ac:cxnSpMkLst>
            <pc:docMk/>
            <pc:sldMk cId="3462713569" sldId="301"/>
            <ac:cxnSpMk id="21" creationId="{E088FC87-6718-341C-F834-B8E99ABEAC62}"/>
          </ac:cxnSpMkLst>
        </pc:cxnChg>
        <pc:cxnChg chg="add mod">
          <ac:chgData name="Stephan Reiff-Marganiec" userId="01d46c1f-18bd-4200-a0f3-6735a5e2e25c" providerId="ADAL" clId="{BA2487A5-FB34-B64F-98F0-75202148B592}" dt="2024-11-23T10:47:59.220" v="1277" actId="1038"/>
          <ac:cxnSpMkLst>
            <pc:docMk/>
            <pc:sldMk cId="3462713569" sldId="301"/>
            <ac:cxnSpMk id="22" creationId="{A87E1391-EA6E-2519-EABE-2F8C9D770D3E}"/>
          </ac:cxnSpMkLst>
        </pc:cxnChg>
        <pc:cxnChg chg="add mod">
          <ac:chgData name="Stephan Reiff-Marganiec" userId="01d46c1f-18bd-4200-a0f3-6735a5e2e25c" providerId="ADAL" clId="{BA2487A5-FB34-B64F-98F0-75202148B592}" dt="2024-11-23T10:48:44.659" v="1280" actId="1582"/>
          <ac:cxnSpMkLst>
            <pc:docMk/>
            <pc:sldMk cId="3462713569" sldId="301"/>
            <ac:cxnSpMk id="26" creationId="{CA141CFD-4788-99E3-D334-918B981A53A4}"/>
          </ac:cxnSpMkLst>
        </pc:cxnChg>
        <pc:cxnChg chg="add mod">
          <ac:chgData name="Stephan Reiff-Marganiec" userId="01d46c1f-18bd-4200-a0f3-6735a5e2e25c" providerId="ADAL" clId="{BA2487A5-FB34-B64F-98F0-75202148B592}" dt="2024-11-23T10:48:44.659" v="1280" actId="1582"/>
          <ac:cxnSpMkLst>
            <pc:docMk/>
            <pc:sldMk cId="3462713569" sldId="301"/>
            <ac:cxnSpMk id="27" creationId="{B658D2AF-248D-5459-18BC-8B8DE4C07138}"/>
          </ac:cxnSpMkLst>
        </pc:cxnChg>
        <pc:cxnChg chg="add mod">
          <ac:chgData name="Stephan Reiff-Marganiec" userId="01d46c1f-18bd-4200-a0f3-6735a5e2e25c" providerId="ADAL" clId="{BA2487A5-FB34-B64F-98F0-75202148B592}" dt="2024-11-23T10:48:44.659" v="1280" actId="1582"/>
          <ac:cxnSpMkLst>
            <pc:docMk/>
            <pc:sldMk cId="3462713569" sldId="301"/>
            <ac:cxnSpMk id="29" creationId="{62B7977F-641B-2B34-34EA-5F840146E8AC}"/>
          </ac:cxnSpMkLst>
        </pc:cxnChg>
        <pc:cxnChg chg="add mod">
          <ac:chgData name="Stephan Reiff-Marganiec" userId="01d46c1f-18bd-4200-a0f3-6735a5e2e25c" providerId="ADAL" clId="{BA2487A5-FB34-B64F-98F0-75202148B592}" dt="2024-11-23T10:48:44.659" v="1280" actId="1582"/>
          <ac:cxnSpMkLst>
            <pc:docMk/>
            <pc:sldMk cId="3462713569" sldId="301"/>
            <ac:cxnSpMk id="32" creationId="{52774293-7132-5A8F-ED2C-74AA0FDA5C69}"/>
          </ac:cxnSpMkLst>
        </pc:cxnChg>
        <pc:cxnChg chg="add mod">
          <ac:chgData name="Stephan Reiff-Marganiec" userId="01d46c1f-18bd-4200-a0f3-6735a5e2e25c" providerId="ADAL" clId="{BA2487A5-FB34-B64F-98F0-75202148B592}" dt="2024-11-23T10:48:44.659" v="1280" actId="1582"/>
          <ac:cxnSpMkLst>
            <pc:docMk/>
            <pc:sldMk cId="3462713569" sldId="301"/>
            <ac:cxnSpMk id="35" creationId="{76E267A2-78E8-FF2A-03A3-574B155E59AB}"/>
          </ac:cxnSpMkLst>
        </pc:cxnChg>
        <pc:cxnChg chg="add mod">
          <ac:chgData name="Stephan Reiff-Marganiec" userId="01d46c1f-18bd-4200-a0f3-6735a5e2e25c" providerId="ADAL" clId="{BA2487A5-FB34-B64F-98F0-75202148B592}" dt="2024-11-23T10:48:44.659" v="1280" actId="1582"/>
          <ac:cxnSpMkLst>
            <pc:docMk/>
            <pc:sldMk cId="3462713569" sldId="301"/>
            <ac:cxnSpMk id="38" creationId="{E7618AFD-BE86-9874-76E8-B640B8D18246}"/>
          </ac:cxnSpMkLst>
        </pc:cxnChg>
        <pc:cxnChg chg="add mod">
          <ac:chgData name="Stephan Reiff-Marganiec" userId="01d46c1f-18bd-4200-a0f3-6735a5e2e25c" providerId="ADAL" clId="{BA2487A5-FB34-B64F-98F0-75202148B592}" dt="2024-11-23T10:48:44.659" v="1280" actId="1582"/>
          <ac:cxnSpMkLst>
            <pc:docMk/>
            <pc:sldMk cId="3462713569" sldId="301"/>
            <ac:cxnSpMk id="42" creationId="{351CC88A-24EA-99D1-FA31-9F9092FA7803}"/>
          </ac:cxnSpMkLst>
        </pc:cxnChg>
        <pc:cxnChg chg="add mod">
          <ac:chgData name="Stephan Reiff-Marganiec" userId="01d46c1f-18bd-4200-a0f3-6735a5e2e25c" providerId="ADAL" clId="{BA2487A5-FB34-B64F-98F0-75202148B592}" dt="2024-11-23T10:48:44.659" v="1280" actId="1582"/>
          <ac:cxnSpMkLst>
            <pc:docMk/>
            <pc:sldMk cId="3462713569" sldId="301"/>
            <ac:cxnSpMk id="45" creationId="{81A99F7F-1F95-DE82-CE2D-AF9585C2B265}"/>
          </ac:cxnSpMkLst>
        </pc:cxnChg>
        <pc:cxnChg chg="add mod">
          <ac:chgData name="Stephan Reiff-Marganiec" userId="01d46c1f-18bd-4200-a0f3-6735a5e2e25c" providerId="ADAL" clId="{BA2487A5-FB34-B64F-98F0-75202148B592}" dt="2024-11-23T10:48:44.659" v="1280" actId="1582"/>
          <ac:cxnSpMkLst>
            <pc:docMk/>
            <pc:sldMk cId="3462713569" sldId="301"/>
            <ac:cxnSpMk id="48" creationId="{11C2103A-FBF0-1BEE-84A5-9C5C962F55EA}"/>
          </ac:cxnSpMkLst>
        </pc:cxnChg>
        <pc:cxnChg chg="add mod">
          <ac:chgData name="Stephan Reiff-Marganiec" userId="01d46c1f-18bd-4200-a0f3-6735a5e2e25c" providerId="ADAL" clId="{BA2487A5-FB34-B64F-98F0-75202148B592}" dt="2024-11-23T10:48:44.659" v="1280" actId="1582"/>
          <ac:cxnSpMkLst>
            <pc:docMk/>
            <pc:sldMk cId="3462713569" sldId="301"/>
            <ac:cxnSpMk id="51" creationId="{7B00EB2B-31B1-F9B6-9123-8A83E6E66A22}"/>
          </ac:cxnSpMkLst>
        </pc:cxnChg>
        <pc:cxnChg chg="add mod">
          <ac:chgData name="Stephan Reiff-Marganiec" userId="01d46c1f-18bd-4200-a0f3-6735a5e2e25c" providerId="ADAL" clId="{BA2487A5-FB34-B64F-98F0-75202148B592}" dt="2024-11-23T10:48:44.659" v="1280" actId="1582"/>
          <ac:cxnSpMkLst>
            <pc:docMk/>
            <pc:sldMk cId="3462713569" sldId="301"/>
            <ac:cxnSpMk id="54" creationId="{1971E694-1F7C-86A1-EEAD-1B1439C55483}"/>
          </ac:cxnSpMkLst>
        </pc:cxnChg>
      </pc:sldChg>
      <pc:sldChg chg="addSp modSp mod ord">
        <pc:chgData name="Stephan Reiff-Marganiec" userId="01d46c1f-18bd-4200-a0f3-6735a5e2e25c" providerId="ADAL" clId="{BA2487A5-FB34-B64F-98F0-75202148B592}" dt="2024-11-23T11:04:17.820" v="1790"/>
        <pc:sldMkLst>
          <pc:docMk/>
          <pc:sldMk cId="818188974" sldId="305"/>
        </pc:sldMkLst>
        <pc:spChg chg="mod">
          <ac:chgData name="Stephan Reiff-Marganiec" userId="01d46c1f-18bd-4200-a0f3-6735a5e2e25c" providerId="ADAL" clId="{BA2487A5-FB34-B64F-98F0-75202148B592}" dt="2024-11-23T10:53:37.726" v="1364" actId="20577"/>
          <ac:spMkLst>
            <pc:docMk/>
            <pc:sldMk cId="818188974" sldId="305"/>
            <ac:spMk id="4" creationId="{A6F48F78-1A85-0B5F-B28A-BC989B91BF32}"/>
          </ac:spMkLst>
        </pc:spChg>
        <pc:spChg chg="mod">
          <ac:chgData name="Stephan Reiff-Marganiec" userId="01d46c1f-18bd-4200-a0f3-6735a5e2e25c" providerId="ADAL" clId="{BA2487A5-FB34-B64F-98F0-75202148B592}" dt="2024-11-23T11:04:17.820" v="1790"/>
          <ac:spMkLst>
            <pc:docMk/>
            <pc:sldMk cId="818188974" sldId="305"/>
            <ac:spMk id="5" creationId="{85AFD2F4-8B2A-0C82-46D0-40B010FF4E68}"/>
          </ac:spMkLst>
        </pc:spChg>
        <pc:picChg chg="add mod">
          <ac:chgData name="Stephan Reiff-Marganiec" userId="01d46c1f-18bd-4200-a0f3-6735a5e2e25c" providerId="ADAL" clId="{BA2487A5-FB34-B64F-98F0-75202148B592}" dt="2024-11-23T10:59:44.658" v="1700" actId="1038"/>
          <ac:picMkLst>
            <pc:docMk/>
            <pc:sldMk cId="818188974" sldId="305"/>
            <ac:picMk id="3" creationId="{995E631F-782E-757C-9F5D-75165EE9BE06}"/>
          </ac:picMkLst>
        </pc:picChg>
      </pc:sldChg>
      <pc:sldChg chg="addSp delSp modSp mod">
        <pc:chgData name="Stephan Reiff-Marganiec" userId="01d46c1f-18bd-4200-a0f3-6735a5e2e25c" providerId="ADAL" clId="{BA2487A5-FB34-B64F-98F0-75202148B592}" dt="2024-11-23T12:36:42.313" v="5979" actId="20577"/>
        <pc:sldMkLst>
          <pc:docMk/>
          <pc:sldMk cId="3853374924" sldId="311"/>
        </pc:sldMkLst>
        <pc:spChg chg="mod">
          <ac:chgData name="Stephan Reiff-Marganiec" userId="01d46c1f-18bd-4200-a0f3-6735a5e2e25c" providerId="ADAL" clId="{BA2487A5-FB34-B64F-98F0-75202148B592}" dt="2024-11-23T12:34:37.678" v="5878" actId="20577"/>
          <ac:spMkLst>
            <pc:docMk/>
            <pc:sldMk cId="3853374924" sldId="311"/>
            <ac:spMk id="4" creationId="{3E31D8E8-3948-B27D-5AB2-774DD5F9B67E}"/>
          </ac:spMkLst>
        </pc:spChg>
        <pc:spChg chg="mod">
          <ac:chgData name="Stephan Reiff-Marganiec" userId="01d46c1f-18bd-4200-a0f3-6735a5e2e25c" providerId="ADAL" clId="{BA2487A5-FB34-B64F-98F0-75202148B592}" dt="2024-11-23T12:36:42.313" v="5979" actId="20577"/>
          <ac:spMkLst>
            <pc:docMk/>
            <pc:sldMk cId="3853374924" sldId="311"/>
            <ac:spMk id="5" creationId="{0D6676EA-A7E3-F86B-47EA-803796F323D3}"/>
          </ac:spMkLst>
        </pc:spChg>
        <pc:spChg chg="add del">
          <ac:chgData name="Stephan Reiff-Marganiec" userId="01d46c1f-18bd-4200-a0f3-6735a5e2e25c" providerId="ADAL" clId="{BA2487A5-FB34-B64F-98F0-75202148B592}" dt="2024-11-23T12:08:17.930" v="5212" actId="22"/>
          <ac:spMkLst>
            <pc:docMk/>
            <pc:sldMk cId="3853374924" sldId="311"/>
            <ac:spMk id="6" creationId="{5057F10F-E391-24B6-B115-33F0309D5432}"/>
          </ac:spMkLst>
        </pc:spChg>
        <pc:picChg chg="del">
          <ac:chgData name="Stephan Reiff-Marganiec" userId="01d46c1f-18bd-4200-a0f3-6735a5e2e25c" providerId="ADAL" clId="{BA2487A5-FB34-B64F-98F0-75202148B592}" dt="2024-11-23T11:36:18.992" v="3216" actId="478"/>
          <ac:picMkLst>
            <pc:docMk/>
            <pc:sldMk cId="3853374924" sldId="311"/>
            <ac:picMk id="3" creationId="{5663E0E8-7B43-5038-AFD9-A27F3A868512}"/>
          </ac:picMkLst>
        </pc:picChg>
        <pc:picChg chg="del">
          <ac:chgData name="Stephan Reiff-Marganiec" userId="01d46c1f-18bd-4200-a0f3-6735a5e2e25c" providerId="ADAL" clId="{BA2487A5-FB34-B64F-98F0-75202148B592}" dt="2024-11-23T11:36:18.992" v="3216" actId="478"/>
          <ac:picMkLst>
            <pc:docMk/>
            <pc:sldMk cId="3853374924" sldId="311"/>
            <ac:picMk id="7" creationId="{F349A01D-F9FE-7C57-A17E-105CF219089E}"/>
          </ac:picMkLst>
        </pc:picChg>
      </pc:sldChg>
      <pc:sldChg chg="addSp delSp modSp mod">
        <pc:chgData name="Stephan Reiff-Marganiec" userId="01d46c1f-18bd-4200-a0f3-6735a5e2e25c" providerId="ADAL" clId="{BA2487A5-FB34-B64F-98F0-75202148B592}" dt="2024-11-23T11:51:28.349" v="4162" actId="20577"/>
        <pc:sldMkLst>
          <pc:docMk/>
          <pc:sldMk cId="1621581350" sldId="312"/>
        </pc:sldMkLst>
        <pc:spChg chg="mod">
          <ac:chgData name="Stephan Reiff-Marganiec" userId="01d46c1f-18bd-4200-a0f3-6735a5e2e25c" providerId="ADAL" clId="{BA2487A5-FB34-B64F-98F0-75202148B592}" dt="2024-11-23T11:51:28.349" v="4162" actId="20577"/>
          <ac:spMkLst>
            <pc:docMk/>
            <pc:sldMk cId="1621581350" sldId="312"/>
            <ac:spMk id="2" creationId="{A07D5100-D3AF-5B58-4898-3A946B56BAEC}"/>
          </ac:spMkLst>
        </pc:spChg>
        <pc:spChg chg="mod">
          <ac:chgData name="Stephan Reiff-Marganiec" userId="01d46c1f-18bd-4200-a0f3-6735a5e2e25c" providerId="ADAL" clId="{BA2487A5-FB34-B64F-98F0-75202148B592}" dt="2024-11-23T11:33:41.981" v="3008" actId="20577"/>
          <ac:spMkLst>
            <pc:docMk/>
            <pc:sldMk cId="1621581350" sldId="312"/>
            <ac:spMk id="4" creationId="{8F32FE14-90AC-7BF9-0252-28E1919E13DD}"/>
          </ac:spMkLst>
        </pc:spChg>
        <pc:spChg chg="add del mod">
          <ac:chgData name="Stephan Reiff-Marganiec" userId="01d46c1f-18bd-4200-a0f3-6735a5e2e25c" providerId="ADAL" clId="{BA2487A5-FB34-B64F-98F0-75202148B592}" dt="2024-11-23T11:43:19.034" v="3788" actId="478"/>
          <ac:spMkLst>
            <pc:docMk/>
            <pc:sldMk cId="1621581350" sldId="312"/>
            <ac:spMk id="7" creationId="{BD82D1BF-D00B-01DA-54AA-7DE7EFBBD2B0}"/>
          </ac:spMkLst>
        </pc:spChg>
        <pc:spChg chg="add del mod">
          <ac:chgData name="Stephan Reiff-Marganiec" userId="01d46c1f-18bd-4200-a0f3-6735a5e2e25c" providerId="ADAL" clId="{BA2487A5-FB34-B64F-98F0-75202148B592}" dt="2024-11-23T11:43:12.787" v="3787" actId="478"/>
          <ac:spMkLst>
            <pc:docMk/>
            <pc:sldMk cId="1621581350" sldId="312"/>
            <ac:spMk id="10" creationId="{E58AD254-A0E3-0AF8-29F8-32C82041D46A}"/>
          </ac:spMkLst>
        </pc:spChg>
        <pc:picChg chg="add del mod">
          <ac:chgData name="Stephan Reiff-Marganiec" userId="01d46c1f-18bd-4200-a0f3-6735a5e2e25c" providerId="ADAL" clId="{BA2487A5-FB34-B64F-98F0-75202148B592}" dt="2024-11-23T11:43:19.034" v="3788" actId="478"/>
          <ac:picMkLst>
            <pc:docMk/>
            <pc:sldMk cId="1621581350" sldId="312"/>
            <ac:picMk id="6" creationId="{D76CD66E-7ED6-F625-8041-BAF99C8F1E8C}"/>
          </ac:picMkLst>
        </pc:picChg>
        <pc:picChg chg="add del mod">
          <ac:chgData name="Stephan Reiff-Marganiec" userId="01d46c1f-18bd-4200-a0f3-6735a5e2e25c" providerId="ADAL" clId="{BA2487A5-FB34-B64F-98F0-75202148B592}" dt="2024-11-23T11:43:12.787" v="3787" actId="478"/>
          <ac:picMkLst>
            <pc:docMk/>
            <pc:sldMk cId="1621581350" sldId="312"/>
            <ac:picMk id="9" creationId="{F18BB2B5-DA0C-3664-85E7-B291A9755C7F}"/>
          </ac:picMkLst>
        </pc:picChg>
      </pc:sldChg>
      <pc:sldChg chg="modSp del mod">
        <pc:chgData name="Stephan Reiff-Marganiec" userId="01d46c1f-18bd-4200-a0f3-6735a5e2e25c" providerId="ADAL" clId="{BA2487A5-FB34-B64F-98F0-75202148B592}" dt="2024-11-23T12:32:54.197" v="5801" actId="2696"/>
        <pc:sldMkLst>
          <pc:docMk/>
          <pc:sldMk cId="2715165107" sldId="313"/>
        </pc:sldMkLst>
        <pc:spChg chg="mod">
          <ac:chgData name="Stephan Reiff-Marganiec" userId="01d46c1f-18bd-4200-a0f3-6735a5e2e25c" providerId="ADAL" clId="{BA2487A5-FB34-B64F-98F0-75202148B592}" dt="2024-11-23T12:09:18.399" v="5218" actId="20577"/>
          <ac:spMkLst>
            <pc:docMk/>
            <pc:sldMk cId="2715165107" sldId="313"/>
            <ac:spMk id="2" creationId="{E1188A8C-0918-045A-61F0-CDD4D6AA94E7}"/>
          </ac:spMkLst>
        </pc:spChg>
        <pc:spChg chg="mod">
          <ac:chgData name="Stephan Reiff-Marganiec" userId="01d46c1f-18bd-4200-a0f3-6735a5e2e25c" providerId="ADAL" clId="{BA2487A5-FB34-B64F-98F0-75202148B592}" dt="2024-11-23T11:36:12.702" v="3215" actId="20577"/>
          <ac:spMkLst>
            <pc:docMk/>
            <pc:sldMk cId="2715165107" sldId="313"/>
            <ac:spMk id="4" creationId="{2C059E95-B717-3453-2C45-3290E2CB1ABA}"/>
          </ac:spMkLst>
        </pc:spChg>
      </pc:sldChg>
      <pc:sldChg chg="addSp delSp modSp mod">
        <pc:chgData name="Stephan Reiff-Marganiec" userId="01d46c1f-18bd-4200-a0f3-6735a5e2e25c" providerId="ADAL" clId="{BA2487A5-FB34-B64F-98F0-75202148B592}" dt="2024-11-23T12:01:52.770" v="5082" actId="1076"/>
        <pc:sldMkLst>
          <pc:docMk/>
          <pc:sldMk cId="2183636186" sldId="316"/>
        </pc:sldMkLst>
        <pc:spChg chg="mod">
          <ac:chgData name="Stephan Reiff-Marganiec" userId="01d46c1f-18bd-4200-a0f3-6735a5e2e25c" providerId="ADAL" clId="{BA2487A5-FB34-B64F-98F0-75202148B592}" dt="2024-11-23T11:59:28.448" v="4781" actId="20577"/>
          <ac:spMkLst>
            <pc:docMk/>
            <pc:sldMk cId="2183636186" sldId="316"/>
            <ac:spMk id="2" creationId="{A07D5100-D3AF-5B58-4898-3A946B56BAEC}"/>
          </ac:spMkLst>
        </pc:spChg>
        <pc:spChg chg="mod">
          <ac:chgData name="Stephan Reiff-Marganiec" userId="01d46c1f-18bd-4200-a0f3-6735a5e2e25c" providerId="ADAL" clId="{BA2487A5-FB34-B64F-98F0-75202148B592}" dt="2024-11-23T11:37:31.842" v="3356" actId="20577"/>
          <ac:spMkLst>
            <pc:docMk/>
            <pc:sldMk cId="2183636186" sldId="316"/>
            <ac:spMk id="4" creationId="{8F32FE14-90AC-7BF9-0252-28E1919E13DD}"/>
          </ac:spMkLst>
        </pc:spChg>
        <pc:spChg chg="mod">
          <ac:chgData name="Stephan Reiff-Marganiec" userId="01d46c1f-18bd-4200-a0f3-6735a5e2e25c" providerId="ADAL" clId="{BA2487A5-FB34-B64F-98F0-75202148B592}" dt="2024-11-23T12:01:48.933" v="5081" actId="20577"/>
          <ac:spMkLst>
            <pc:docMk/>
            <pc:sldMk cId="2183636186" sldId="316"/>
            <ac:spMk id="5" creationId="{FB86DFB3-EA25-C0A3-CA33-787EC147DA19}"/>
          </ac:spMkLst>
        </pc:spChg>
        <pc:spChg chg="del">
          <ac:chgData name="Stephan Reiff-Marganiec" userId="01d46c1f-18bd-4200-a0f3-6735a5e2e25c" providerId="ADAL" clId="{BA2487A5-FB34-B64F-98F0-75202148B592}" dt="2024-11-23T11:59:29.897" v="4782" actId="478"/>
          <ac:spMkLst>
            <pc:docMk/>
            <pc:sldMk cId="2183636186" sldId="316"/>
            <ac:spMk id="7" creationId="{986F6BDE-DFF2-70E4-9D00-B7B4D60FF5CB}"/>
          </ac:spMkLst>
        </pc:spChg>
        <pc:spChg chg="add mod">
          <ac:chgData name="Stephan Reiff-Marganiec" userId="01d46c1f-18bd-4200-a0f3-6735a5e2e25c" providerId="ADAL" clId="{BA2487A5-FB34-B64F-98F0-75202148B592}" dt="2024-11-23T11:35:15.244" v="3074" actId="1076"/>
          <ac:spMkLst>
            <pc:docMk/>
            <pc:sldMk cId="2183636186" sldId="316"/>
            <ac:spMk id="9" creationId="{7485EDE3-FB8A-E95E-509F-739F7CDB99F2}"/>
          </ac:spMkLst>
        </pc:spChg>
        <pc:picChg chg="del">
          <ac:chgData name="Stephan Reiff-Marganiec" userId="01d46c1f-18bd-4200-a0f3-6735a5e2e25c" providerId="ADAL" clId="{BA2487A5-FB34-B64F-98F0-75202148B592}" dt="2024-11-23T11:59:29.897" v="4782" actId="478"/>
          <ac:picMkLst>
            <pc:docMk/>
            <pc:sldMk cId="2183636186" sldId="316"/>
            <ac:picMk id="6" creationId="{5487643C-282B-1280-08AE-E239DF2F86E1}"/>
          </ac:picMkLst>
        </pc:picChg>
        <pc:picChg chg="add mod">
          <ac:chgData name="Stephan Reiff-Marganiec" userId="01d46c1f-18bd-4200-a0f3-6735a5e2e25c" providerId="ADAL" clId="{BA2487A5-FB34-B64F-98F0-75202148B592}" dt="2024-11-23T11:35:15.244" v="3074" actId="1076"/>
          <ac:picMkLst>
            <pc:docMk/>
            <pc:sldMk cId="2183636186" sldId="316"/>
            <ac:picMk id="8" creationId="{EF8BB06C-84CF-A8DB-FFBB-A1EF4522EA0D}"/>
          </ac:picMkLst>
        </pc:picChg>
        <pc:picChg chg="add mod">
          <ac:chgData name="Stephan Reiff-Marganiec" userId="01d46c1f-18bd-4200-a0f3-6735a5e2e25c" providerId="ADAL" clId="{BA2487A5-FB34-B64F-98F0-75202148B592}" dt="2024-11-23T12:01:52.770" v="5082" actId="1076"/>
          <ac:picMkLst>
            <pc:docMk/>
            <pc:sldMk cId="2183636186" sldId="316"/>
            <ac:picMk id="10" creationId="{1820A5D1-21D7-36E8-4AE3-694E3D8C75C3}"/>
          </ac:picMkLst>
        </pc:picChg>
      </pc:sldChg>
      <pc:sldChg chg="addSp modSp mod">
        <pc:chgData name="Stephan Reiff-Marganiec" userId="01d46c1f-18bd-4200-a0f3-6735a5e2e25c" providerId="ADAL" clId="{BA2487A5-FB34-B64F-98F0-75202148B592}" dt="2024-11-23T11:55:20.693" v="4504" actId="1076"/>
        <pc:sldMkLst>
          <pc:docMk/>
          <pc:sldMk cId="1229942710" sldId="317"/>
        </pc:sldMkLst>
        <pc:spChg chg="mod">
          <ac:chgData name="Stephan Reiff-Marganiec" userId="01d46c1f-18bd-4200-a0f3-6735a5e2e25c" providerId="ADAL" clId="{BA2487A5-FB34-B64F-98F0-75202148B592}" dt="2024-11-23T11:55:16.733" v="4503" actId="20577"/>
          <ac:spMkLst>
            <pc:docMk/>
            <pc:sldMk cId="1229942710" sldId="317"/>
            <ac:spMk id="2" creationId="{A07D5100-D3AF-5B58-4898-3A946B56BAEC}"/>
          </ac:spMkLst>
        </pc:spChg>
        <pc:spChg chg="add mod">
          <ac:chgData name="Stephan Reiff-Marganiec" userId="01d46c1f-18bd-4200-a0f3-6735a5e2e25c" providerId="ADAL" clId="{BA2487A5-FB34-B64F-98F0-75202148B592}" dt="2024-11-23T11:55:20.693" v="4504" actId="1076"/>
          <ac:spMkLst>
            <pc:docMk/>
            <pc:sldMk cId="1229942710" sldId="317"/>
            <ac:spMk id="3" creationId="{96D69975-68D0-63D1-3D4B-91D90019BB95}"/>
          </ac:spMkLst>
        </pc:spChg>
        <pc:spChg chg="mod">
          <ac:chgData name="Stephan Reiff-Marganiec" userId="01d46c1f-18bd-4200-a0f3-6735a5e2e25c" providerId="ADAL" clId="{BA2487A5-FB34-B64F-98F0-75202148B592}" dt="2024-11-23T11:33:51.369" v="3027" actId="20577"/>
          <ac:spMkLst>
            <pc:docMk/>
            <pc:sldMk cId="1229942710" sldId="317"/>
            <ac:spMk id="4" creationId="{8F32FE14-90AC-7BF9-0252-28E1919E13DD}"/>
          </ac:spMkLst>
        </pc:spChg>
      </pc:sldChg>
      <pc:sldChg chg="modSp mod ord">
        <pc:chgData name="Stephan Reiff-Marganiec" userId="01d46c1f-18bd-4200-a0f3-6735a5e2e25c" providerId="ADAL" clId="{BA2487A5-FB34-B64F-98F0-75202148B592}" dt="2024-11-23T11:56:17.057" v="4517" actId="20577"/>
        <pc:sldMkLst>
          <pc:docMk/>
          <pc:sldMk cId="1197769518" sldId="318"/>
        </pc:sldMkLst>
        <pc:spChg chg="mod">
          <ac:chgData name="Stephan Reiff-Marganiec" userId="01d46c1f-18bd-4200-a0f3-6735a5e2e25c" providerId="ADAL" clId="{BA2487A5-FB34-B64F-98F0-75202148B592}" dt="2024-11-23T11:56:17.057" v="4517" actId="20577"/>
          <ac:spMkLst>
            <pc:docMk/>
            <pc:sldMk cId="1197769518" sldId="318"/>
            <ac:spMk id="2" creationId="{A07D5100-D3AF-5B58-4898-3A946B56BAEC}"/>
          </ac:spMkLst>
        </pc:spChg>
        <pc:spChg chg="mod">
          <ac:chgData name="Stephan Reiff-Marganiec" userId="01d46c1f-18bd-4200-a0f3-6735a5e2e25c" providerId="ADAL" clId="{BA2487A5-FB34-B64F-98F0-75202148B592}" dt="2024-11-23T11:34:28.840" v="3068" actId="114"/>
          <ac:spMkLst>
            <pc:docMk/>
            <pc:sldMk cId="1197769518" sldId="318"/>
            <ac:spMk id="4" creationId="{8F32FE14-90AC-7BF9-0252-28E1919E13DD}"/>
          </ac:spMkLst>
        </pc:spChg>
      </pc:sldChg>
      <pc:sldChg chg="modSp mod">
        <pc:chgData name="Stephan Reiff-Marganiec" userId="01d46c1f-18bd-4200-a0f3-6735a5e2e25c" providerId="ADAL" clId="{BA2487A5-FB34-B64F-98F0-75202148B592}" dt="2024-11-23T12:14:07.407" v="5354" actId="20577"/>
        <pc:sldMkLst>
          <pc:docMk/>
          <pc:sldMk cId="2096416315" sldId="319"/>
        </pc:sldMkLst>
        <pc:spChg chg="mod">
          <ac:chgData name="Stephan Reiff-Marganiec" userId="01d46c1f-18bd-4200-a0f3-6735a5e2e25c" providerId="ADAL" clId="{BA2487A5-FB34-B64F-98F0-75202148B592}" dt="2024-11-23T12:14:07.407" v="5354" actId="20577"/>
          <ac:spMkLst>
            <pc:docMk/>
            <pc:sldMk cId="2096416315" sldId="319"/>
            <ac:spMk id="2" creationId="{A07D5100-D3AF-5B58-4898-3A946B56BAEC}"/>
          </ac:spMkLst>
        </pc:spChg>
        <pc:spChg chg="mod">
          <ac:chgData name="Stephan Reiff-Marganiec" userId="01d46c1f-18bd-4200-a0f3-6735a5e2e25c" providerId="ADAL" clId="{BA2487A5-FB34-B64F-98F0-75202148B592}" dt="2024-11-23T11:35:40.415" v="3143" actId="20577"/>
          <ac:spMkLst>
            <pc:docMk/>
            <pc:sldMk cId="2096416315" sldId="319"/>
            <ac:spMk id="4" creationId="{8F32FE14-90AC-7BF9-0252-28E1919E13DD}"/>
          </ac:spMkLst>
        </pc:spChg>
      </pc:sldChg>
      <pc:sldChg chg="addSp delSp modSp mod">
        <pc:chgData name="Stephan Reiff-Marganiec" userId="01d46c1f-18bd-4200-a0f3-6735a5e2e25c" providerId="ADAL" clId="{BA2487A5-FB34-B64F-98F0-75202148B592}" dt="2024-11-23T12:28:14.854" v="5693" actId="1076"/>
        <pc:sldMkLst>
          <pc:docMk/>
          <pc:sldMk cId="2719265866" sldId="320"/>
        </pc:sldMkLst>
        <pc:spChg chg="mod">
          <ac:chgData name="Stephan Reiff-Marganiec" userId="01d46c1f-18bd-4200-a0f3-6735a5e2e25c" providerId="ADAL" clId="{BA2487A5-FB34-B64F-98F0-75202148B592}" dt="2024-11-23T12:17:55.784" v="5500" actId="20577"/>
          <ac:spMkLst>
            <pc:docMk/>
            <pc:sldMk cId="2719265866" sldId="320"/>
            <ac:spMk id="2" creationId="{A07D5100-D3AF-5B58-4898-3A946B56BAEC}"/>
          </ac:spMkLst>
        </pc:spChg>
        <pc:spChg chg="add mod">
          <ac:chgData name="Stephan Reiff-Marganiec" userId="01d46c1f-18bd-4200-a0f3-6735a5e2e25c" providerId="ADAL" clId="{BA2487A5-FB34-B64F-98F0-75202148B592}" dt="2024-11-23T12:16:34.029" v="5464" actId="1037"/>
          <ac:spMkLst>
            <pc:docMk/>
            <pc:sldMk cId="2719265866" sldId="320"/>
            <ac:spMk id="3" creationId="{2D45D811-A949-CA65-1D1A-5AB714FBEAF5}"/>
          </ac:spMkLst>
        </pc:spChg>
        <pc:spChg chg="mod">
          <ac:chgData name="Stephan Reiff-Marganiec" userId="01d46c1f-18bd-4200-a0f3-6735a5e2e25c" providerId="ADAL" clId="{BA2487A5-FB34-B64F-98F0-75202148B592}" dt="2024-11-23T11:36:07.043" v="3206" actId="20577"/>
          <ac:spMkLst>
            <pc:docMk/>
            <pc:sldMk cId="2719265866" sldId="320"/>
            <ac:spMk id="4" creationId="{8F32FE14-90AC-7BF9-0252-28E1919E13DD}"/>
          </ac:spMkLst>
        </pc:spChg>
        <pc:spChg chg="add mod">
          <ac:chgData name="Stephan Reiff-Marganiec" userId="01d46c1f-18bd-4200-a0f3-6735a5e2e25c" providerId="ADAL" clId="{BA2487A5-FB34-B64F-98F0-75202148B592}" dt="2024-11-23T12:16:34.029" v="5464" actId="1037"/>
          <ac:spMkLst>
            <pc:docMk/>
            <pc:sldMk cId="2719265866" sldId="320"/>
            <ac:spMk id="6" creationId="{E10AAFDB-335A-BD7C-232F-8ABC7FD9A48A}"/>
          </ac:spMkLst>
        </pc:spChg>
        <pc:spChg chg="add mod">
          <ac:chgData name="Stephan Reiff-Marganiec" userId="01d46c1f-18bd-4200-a0f3-6735a5e2e25c" providerId="ADAL" clId="{BA2487A5-FB34-B64F-98F0-75202148B592}" dt="2024-11-23T12:16:34.029" v="5464" actId="1037"/>
          <ac:spMkLst>
            <pc:docMk/>
            <pc:sldMk cId="2719265866" sldId="320"/>
            <ac:spMk id="7" creationId="{7233873B-C25B-C9ED-B904-9B96C387A857}"/>
          </ac:spMkLst>
        </pc:spChg>
        <pc:spChg chg="add mod">
          <ac:chgData name="Stephan Reiff-Marganiec" userId="01d46c1f-18bd-4200-a0f3-6735a5e2e25c" providerId="ADAL" clId="{BA2487A5-FB34-B64F-98F0-75202148B592}" dt="2024-11-23T12:17:02.220" v="5469" actId="14100"/>
          <ac:spMkLst>
            <pc:docMk/>
            <pc:sldMk cId="2719265866" sldId="320"/>
            <ac:spMk id="14" creationId="{D028439A-BCC3-BC71-582A-5DB57A355496}"/>
          </ac:spMkLst>
        </pc:spChg>
        <pc:spChg chg="add mod">
          <ac:chgData name="Stephan Reiff-Marganiec" userId="01d46c1f-18bd-4200-a0f3-6735a5e2e25c" providerId="ADAL" clId="{BA2487A5-FB34-B64F-98F0-75202148B592}" dt="2024-11-23T12:17:52.698" v="5499" actId="1076"/>
          <ac:spMkLst>
            <pc:docMk/>
            <pc:sldMk cId="2719265866" sldId="320"/>
            <ac:spMk id="15" creationId="{FCE3BC40-25A8-9D0C-7577-23C8B5336471}"/>
          </ac:spMkLst>
        </pc:spChg>
        <pc:spChg chg="add mod">
          <ac:chgData name="Stephan Reiff-Marganiec" userId="01d46c1f-18bd-4200-a0f3-6735a5e2e25c" providerId="ADAL" clId="{BA2487A5-FB34-B64F-98F0-75202148B592}" dt="2024-11-23T12:18:31.507" v="5513" actId="1076"/>
          <ac:spMkLst>
            <pc:docMk/>
            <pc:sldMk cId="2719265866" sldId="320"/>
            <ac:spMk id="16" creationId="{F6B40E0E-468F-A304-9CE8-2C047C2F2E22}"/>
          </ac:spMkLst>
        </pc:spChg>
        <pc:spChg chg="add mod">
          <ac:chgData name="Stephan Reiff-Marganiec" userId="01d46c1f-18bd-4200-a0f3-6735a5e2e25c" providerId="ADAL" clId="{BA2487A5-FB34-B64F-98F0-75202148B592}" dt="2024-11-23T12:19:54.981" v="5545" actId="1037"/>
          <ac:spMkLst>
            <pc:docMk/>
            <pc:sldMk cId="2719265866" sldId="320"/>
            <ac:spMk id="17" creationId="{7A81C003-300C-864C-D877-5D5955F6DAD0}"/>
          </ac:spMkLst>
        </pc:spChg>
        <pc:spChg chg="add del mod">
          <ac:chgData name="Stephan Reiff-Marganiec" userId="01d46c1f-18bd-4200-a0f3-6735a5e2e25c" providerId="ADAL" clId="{BA2487A5-FB34-B64F-98F0-75202148B592}" dt="2024-11-23T12:18:53.593" v="5521" actId="478"/>
          <ac:spMkLst>
            <pc:docMk/>
            <pc:sldMk cId="2719265866" sldId="320"/>
            <ac:spMk id="18" creationId="{F8C8913C-616A-7A24-BA9A-58EE7FFF8F37}"/>
          </ac:spMkLst>
        </pc:spChg>
        <pc:spChg chg="add mod">
          <ac:chgData name="Stephan Reiff-Marganiec" userId="01d46c1f-18bd-4200-a0f3-6735a5e2e25c" providerId="ADAL" clId="{BA2487A5-FB34-B64F-98F0-75202148B592}" dt="2024-11-23T12:19:59.785" v="5550" actId="1038"/>
          <ac:spMkLst>
            <pc:docMk/>
            <pc:sldMk cId="2719265866" sldId="320"/>
            <ac:spMk id="19" creationId="{E9A0D601-3982-9FA3-376A-E0901FC46C22}"/>
          </ac:spMkLst>
        </pc:spChg>
        <pc:spChg chg="add mod">
          <ac:chgData name="Stephan Reiff-Marganiec" userId="01d46c1f-18bd-4200-a0f3-6735a5e2e25c" providerId="ADAL" clId="{BA2487A5-FB34-B64F-98F0-75202148B592}" dt="2024-11-23T12:19:54.981" v="5545" actId="1037"/>
          <ac:spMkLst>
            <pc:docMk/>
            <pc:sldMk cId="2719265866" sldId="320"/>
            <ac:spMk id="20" creationId="{57ADD563-169A-0F12-E01B-EF07D195DF07}"/>
          </ac:spMkLst>
        </pc:spChg>
        <pc:spChg chg="add mod">
          <ac:chgData name="Stephan Reiff-Marganiec" userId="01d46c1f-18bd-4200-a0f3-6735a5e2e25c" providerId="ADAL" clId="{BA2487A5-FB34-B64F-98F0-75202148B592}" dt="2024-11-23T12:20:40.807" v="5553" actId="1076"/>
          <ac:spMkLst>
            <pc:docMk/>
            <pc:sldMk cId="2719265866" sldId="320"/>
            <ac:spMk id="21" creationId="{0BC60286-98D0-1304-32B8-E4ABFAB47604}"/>
          </ac:spMkLst>
        </pc:spChg>
        <pc:spChg chg="add mod">
          <ac:chgData name="Stephan Reiff-Marganiec" userId="01d46c1f-18bd-4200-a0f3-6735a5e2e25c" providerId="ADAL" clId="{BA2487A5-FB34-B64F-98F0-75202148B592}" dt="2024-11-23T12:20:40.807" v="5553" actId="1076"/>
          <ac:spMkLst>
            <pc:docMk/>
            <pc:sldMk cId="2719265866" sldId="320"/>
            <ac:spMk id="22" creationId="{495C521C-43FE-A63F-C544-40EFA290404A}"/>
          </ac:spMkLst>
        </pc:spChg>
        <pc:spChg chg="add mod">
          <ac:chgData name="Stephan Reiff-Marganiec" userId="01d46c1f-18bd-4200-a0f3-6735a5e2e25c" providerId="ADAL" clId="{BA2487A5-FB34-B64F-98F0-75202148B592}" dt="2024-11-23T12:20:40.807" v="5553" actId="1076"/>
          <ac:spMkLst>
            <pc:docMk/>
            <pc:sldMk cId="2719265866" sldId="320"/>
            <ac:spMk id="23" creationId="{F0B95400-D6B4-8612-519D-CEFA6A2E5279}"/>
          </ac:spMkLst>
        </pc:spChg>
        <pc:spChg chg="add mod">
          <ac:chgData name="Stephan Reiff-Marganiec" userId="01d46c1f-18bd-4200-a0f3-6735a5e2e25c" providerId="ADAL" clId="{BA2487A5-FB34-B64F-98F0-75202148B592}" dt="2024-11-23T12:20:40.807" v="5553" actId="1076"/>
          <ac:spMkLst>
            <pc:docMk/>
            <pc:sldMk cId="2719265866" sldId="320"/>
            <ac:spMk id="26" creationId="{3F9976BE-2005-1D37-D41B-9D3A36AF6C10}"/>
          </ac:spMkLst>
        </pc:spChg>
        <pc:spChg chg="add mod">
          <ac:chgData name="Stephan Reiff-Marganiec" userId="01d46c1f-18bd-4200-a0f3-6735a5e2e25c" providerId="ADAL" clId="{BA2487A5-FB34-B64F-98F0-75202148B592}" dt="2024-11-23T12:20:40.807" v="5553" actId="1076"/>
          <ac:spMkLst>
            <pc:docMk/>
            <pc:sldMk cId="2719265866" sldId="320"/>
            <ac:spMk id="27" creationId="{596F0DD7-6431-D8AD-CAF9-940396F1D4D1}"/>
          </ac:spMkLst>
        </pc:spChg>
        <pc:spChg chg="add mod">
          <ac:chgData name="Stephan Reiff-Marganiec" userId="01d46c1f-18bd-4200-a0f3-6735a5e2e25c" providerId="ADAL" clId="{BA2487A5-FB34-B64F-98F0-75202148B592}" dt="2024-11-23T12:20:40.807" v="5553" actId="1076"/>
          <ac:spMkLst>
            <pc:docMk/>
            <pc:sldMk cId="2719265866" sldId="320"/>
            <ac:spMk id="28" creationId="{8BA04A19-FCDD-B0C7-459D-18E1FE4B1115}"/>
          </ac:spMkLst>
        </pc:spChg>
        <pc:spChg chg="add mod">
          <ac:chgData name="Stephan Reiff-Marganiec" userId="01d46c1f-18bd-4200-a0f3-6735a5e2e25c" providerId="ADAL" clId="{BA2487A5-FB34-B64F-98F0-75202148B592}" dt="2024-11-23T12:20:53.266" v="5556" actId="1076"/>
          <ac:spMkLst>
            <pc:docMk/>
            <pc:sldMk cId="2719265866" sldId="320"/>
            <ac:spMk id="29" creationId="{0AA48993-F812-9EA3-6744-C134E09608C1}"/>
          </ac:spMkLst>
        </pc:spChg>
        <pc:spChg chg="add mod">
          <ac:chgData name="Stephan Reiff-Marganiec" userId="01d46c1f-18bd-4200-a0f3-6735a5e2e25c" providerId="ADAL" clId="{BA2487A5-FB34-B64F-98F0-75202148B592}" dt="2024-11-23T12:20:46.996" v="5555" actId="1076"/>
          <ac:spMkLst>
            <pc:docMk/>
            <pc:sldMk cId="2719265866" sldId="320"/>
            <ac:spMk id="30" creationId="{559069C5-92EA-D481-4F7D-195E63A71D73}"/>
          </ac:spMkLst>
        </pc:spChg>
        <pc:spChg chg="add mod">
          <ac:chgData name="Stephan Reiff-Marganiec" userId="01d46c1f-18bd-4200-a0f3-6735a5e2e25c" providerId="ADAL" clId="{BA2487A5-FB34-B64F-98F0-75202148B592}" dt="2024-11-23T12:20:46.996" v="5555" actId="1076"/>
          <ac:spMkLst>
            <pc:docMk/>
            <pc:sldMk cId="2719265866" sldId="320"/>
            <ac:spMk id="31" creationId="{659A7D05-5DD3-B046-3092-AC5746FC5FA6}"/>
          </ac:spMkLst>
        </pc:spChg>
        <pc:spChg chg="add mod">
          <ac:chgData name="Stephan Reiff-Marganiec" userId="01d46c1f-18bd-4200-a0f3-6735a5e2e25c" providerId="ADAL" clId="{BA2487A5-FB34-B64F-98F0-75202148B592}" dt="2024-11-23T12:21:14.234" v="5561" actId="1076"/>
          <ac:spMkLst>
            <pc:docMk/>
            <pc:sldMk cId="2719265866" sldId="320"/>
            <ac:spMk id="34" creationId="{5F22A185-089C-02BE-C422-7C1CBDF6111F}"/>
          </ac:spMkLst>
        </pc:spChg>
        <pc:spChg chg="add mod">
          <ac:chgData name="Stephan Reiff-Marganiec" userId="01d46c1f-18bd-4200-a0f3-6735a5e2e25c" providerId="ADAL" clId="{BA2487A5-FB34-B64F-98F0-75202148B592}" dt="2024-11-23T12:21:05.035" v="5559" actId="20577"/>
          <ac:spMkLst>
            <pc:docMk/>
            <pc:sldMk cId="2719265866" sldId="320"/>
            <ac:spMk id="35" creationId="{E3C2FE05-3DD2-A8AB-A9E2-A0A98E3A39AD}"/>
          </ac:spMkLst>
        </pc:spChg>
        <pc:spChg chg="add mod">
          <ac:chgData name="Stephan Reiff-Marganiec" userId="01d46c1f-18bd-4200-a0f3-6735a5e2e25c" providerId="ADAL" clId="{BA2487A5-FB34-B64F-98F0-75202148B592}" dt="2024-11-23T12:20:46.996" v="5555" actId="1076"/>
          <ac:spMkLst>
            <pc:docMk/>
            <pc:sldMk cId="2719265866" sldId="320"/>
            <ac:spMk id="36" creationId="{8033A3AB-ABDC-FF55-DEB7-530637036151}"/>
          </ac:spMkLst>
        </pc:spChg>
        <pc:spChg chg="add mod">
          <ac:chgData name="Stephan Reiff-Marganiec" userId="01d46c1f-18bd-4200-a0f3-6735a5e2e25c" providerId="ADAL" clId="{BA2487A5-FB34-B64F-98F0-75202148B592}" dt="2024-11-23T12:22:35.007" v="5583" actId="692"/>
          <ac:spMkLst>
            <pc:docMk/>
            <pc:sldMk cId="2719265866" sldId="320"/>
            <ac:spMk id="40" creationId="{10EC5686-8DD4-B438-0FDA-BB2152561148}"/>
          </ac:spMkLst>
        </pc:spChg>
        <pc:spChg chg="add mod">
          <ac:chgData name="Stephan Reiff-Marganiec" userId="01d46c1f-18bd-4200-a0f3-6735a5e2e25c" providerId="ADAL" clId="{BA2487A5-FB34-B64F-98F0-75202148B592}" dt="2024-11-23T12:23:21.797" v="5591" actId="207"/>
          <ac:spMkLst>
            <pc:docMk/>
            <pc:sldMk cId="2719265866" sldId="320"/>
            <ac:spMk id="41" creationId="{7ADB0236-17F7-E83D-E73D-52DF946B0F27}"/>
          </ac:spMkLst>
        </pc:spChg>
        <pc:spChg chg="add mod">
          <ac:chgData name="Stephan Reiff-Marganiec" userId="01d46c1f-18bd-4200-a0f3-6735a5e2e25c" providerId="ADAL" clId="{BA2487A5-FB34-B64F-98F0-75202148B592}" dt="2024-11-23T12:23:21.797" v="5591" actId="207"/>
          <ac:spMkLst>
            <pc:docMk/>
            <pc:sldMk cId="2719265866" sldId="320"/>
            <ac:spMk id="42" creationId="{14742A84-27AD-78E1-BC33-8906E83168EC}"/>
          </ac:spMkLst>
        </pc:spChg>
        <pc:spChg chg="add mod">
          <ac:chgData name="Stephan Reiff-Marganiec" userId="01d46c1f-18bd-4200-a0f3-6735a5e2e25c" providerId="ADAL" clId="{BA2487A5-FB34-B64F-98F0-75202148B592}" dt="2024-11-23T12:28:14.854" v="5693" actId="1076"/>
          <ac:spMkLst>
            <pc:docMk/>
            <pc:sldMk cId="2719265866" sldId="320"/>
            <ac:spMk id="43" creationId="{4ECC4ABF-D009-954A-7E47-4E7961FB3393}"/>
          </ac:spMkLst>
        </pc:spChg>
        <pc:cxnChg chg="add mod">
          <ac:chgData name="Stephan Reiff-Marganiec" userId="01d46c1f-18bd-4200-a0f3-6735a5e2e25c" providerId="ADAL" clId="{BA2487A5-FB34-B64F-98F0-75202148B592}" dt="2024-11-23T12:16:34.029" v="5464" actId="1037"/>
          <ac:cxnSpMkLst>
            <pc:docMk/>
            <pc:sldMk cId="2719265866" sldId="320"/>
            <ac:cxnSpMk id="9" creationId="{F766BF39-A4C1-2197-51C6-40645ACFF568}"/>
          </ac:cxnSpMkLst>
        </pc:cxnChg>
        <pc:cxnChg chg="add mod">
          <ac:chgData name="Stephan Reiff-Marganiec" userId="01d46c1f-18bd-4200-a0f3-6735a5e2e25c" providerId="ADAL" clId="{BA2487A5-FB34-B64F-98F0-75202148B592}" dt="2024-11-23T12:16:34.029" v="5464" actId="1037"/>
          <ac:cxnSpMkLst>
            <pc:docMk/>
            <pc:sldMk cId="2719265866" sldId="320"/>
            <ac:cxnSpMk id="11" creationId="{47FD4113-141D-2CDF-6C43-89CD6EF201EB}"/>
          </ac:cxnSpMkLst>
        </pc:cxnChg>
        <pc:cxnChg chg="add mod">
          <ac:chgData name="Stephan Reiff-Marganiec" userId="01d46c1f-18bd-4200-a0f3-6735a5e2e25c" providerId="ADAL" clId="{BA2487A5-FB34-B64F-98F0-75202148B592}" dt="2024-11-23T12:20:40.807" v="5553" actId="1076"/>
          <ac:cxnSpMkLst>
            <pc:docMk/>
            <pc:sldMk cId="2719265866" sldId="320"/>
            <ac:cxnSpMk id="24" creationId="{9718F969-CD1D-B64C-A16C-4C3898D4B62E}"/>
          </ac:cxnSpMkLst>
        </pc:cxnChg>
        <pc:cxnChg chg="add mod">
          <ac:chgData name="Stephan Reiff-Marganiec" userId="01d46c1f-18bd-4200-a0f3-6735a5e2e25c" providerId="ADAL" clId="{BA2487A5-FB34-B64F-98F0-75202148B592}" dt="2024-11-23T12:20:40.807" v="5553" actId="1076"/>
          <ac:cxnSpMkLst>
            <pc:docMk/>
            <pc:sldMk cId="2719265866" sldId="320"/>
            <ac:cxnSpMk id="25" creationId="{2F4D5FDE-B4D7-6EBA-EEF1-EDD0CA46B26F}"/>
          </ac:cxnSpMkLst>
        </pc:cxnChg>
        <pc:cxnChg chg="add mod">
          <ac:chgData name="Stephan Reiff-Marganiec" userId="01d46c1f-18bd-4200-a0f3-6735a5e2e25c" providerId="ADAL" clId="{BA2487A5-FB34-B64F-98F0-75202148B592}" dt="2024-11-23T12:20:59.024" v="5558" actId="14100"/>
          <ac:cxnSpMkLst>
            <pc:docMk/>
            <pc:sldMk cId="2719265866" sldId="320"/>
            <ac:cxnSpMk id="32" creationId="{5BD5AB09-F502-1FE9-A17F-715BFF0E1FB6}"/>
          </ac:cxnSpMkLst>
        </pc:cxnChg>
        <pc:cxnChg chg="add mod">
          <ac:chgData name="Stephan Reiff-Marganiec" userId="01d46c1f-18bd-4200-a0f3-6735a5e2e25c" providerId="ADAL" clId="{BA2487A5-FB34-B64F-98F0-75202148B592}" dt="2024-11-23T12:20:46.996" v="5555" actId="1076"/>
          <ac:cxnSpMkLst>
            <pc:docMk/>
            <pc:sldMk cId="2719265866" sldId="320"/>
            <ac:cxnSpMk id="33" creationId="{BACAD4B2-45EE-8D3B-0A89-6C34E02811A1}"/>
          </ac:cxnSpMkLst>
        </pc:cxnChg>
      </pc:sldChg>
      <pc:sldChg chg="delSp modSp add mod">
        <pc:chgData name="Stephan Reiff-Marganiec" userId="01d46c1f-18bd-4200-a0f3-6735a5e2e25c" providerId="ADAL" clId="{BA2487A5-FB34-B64F-98F0-75202148B592}" dt="2024-11-23T11:08:47.482" v="2486" actId="113"/>
        <pc:sldMkLst>
          <pc:docMk/>
          <pc:sldMk cId="3461540567" sldId="321"/>
        </pc:sldMkLst>
        <pc:spChg chg="mod">
          <ac:chgData name="Stephan Reiff-Marganiec" userId="01d46c1f-18bd-4200-a0f3-6735a5e2e25c" providerId="ADAL" clId="{BA2487A5-FB34-B64F-98F0-75202148B592}" dt="2024-11-23T11:04:41.378" v="1839" actId="20577"/>
          <ac:spMkLst>
            <pc:docMk/>
            <pc:sldMk cId="3461540567" sldId="321"/>
            <ac:spMk id="4" creationId="{875269D0-E56A-A251-1BCE-2C569A973103}"/>
          </ac:spMkLst>
        </pc:spChg>
        <pc:spChg chg="mod">
          <ac:chgData name="Stephan Reiff-Marganiec" userId="01d46c1f-18bd-4200-a0f3-6735a5e2e25c" providerId="ADAL" clId="{BA2487A5-FB34-B64F-98F0-75202148B592}" dt="2024-11-23T11:08:47.482" v="2486" actId="113"/>
          <ac:spMkLst>
            <pc:docMk/>
            <pc:sldMk cId="3461540567" sldId="321"/>
            <ac:spMk id="5" creationId="{0937FCA6-63C8-9E3D-8C77-9B18797060C3}"/>
          </ac:spMkLst>
        </pc:spChg>
        <pc:picChg chg="del">
          <ac:chgData name="Stephan Reiff-Marganiec" userId="01d46c1f-18bd-4200-a0f3-6735a5e2e25c" providerId="ADAL" clId="{BA2487A5-FB34-B64F-98F0-75202148B592}" dt="2024-11-23T11:04:47.705" v="1841" actId="478"/>
          <ac:picMkLst>
            <pc:docMk/>
            <pc:sldMk cId="3461540567" sldId="321"/>
            <ac:picMk id="3" creationId="{A4AEE7EA-EF60-C506-89E1-FA08855448DB}"/>
          </ac:picMkLst>
        </pc:picChg>
      </pc:sldChg>
      <pc:sldChg chg="add ord">
        <pc:chgData name="Stephan Reiff-Marganiec" userId="01d46c1f-18bd-4200-a0f3-6735a5e2e25c" providerId="ADAL" clId="{BA2487A5-FB34-B64F-98F0-75202148B592}" dt="2024-11-23T11:09:14.783" v="2488" actId="20578"/>
        <pc:sldMkLst>
          <pc:docMk/>
          <pc:sldMk cId="2123015859" sldId="322"/>
        </pc:sldMkLst>
      </pc:sldChg>
      <pc:sldChg chg="modSp add mod">
        <pc:chgData name="Stephan Reiff-Marganiec" userId="01d46c1f-18bd-4200-a0f3-6735a5e2e25c" providerId="ADAL" clId="{BA2487A5-FB34-B64F-98F0-75202148B592}" dt="2024-11-23T11:28:28.614" v="2999" actId="20577"/>
        <pc:sldMkLst>
          <pc:docMk/>
          <pc:sldMk cId="1936975981" sldId="323"/>
        </pc:sldMkLst>
        <pc:spChg chg="mod">
          <ac:chgData name="Stephan Reiff-Marganiec" userId="01d46c1f-18bd-4200-a0f3-6735a5e2e25c" providerId="ADAL" clId="{BA2487A5-FB34-B64F-98F0-75202148B592}" dt="2024-11-23T11:11:37.245" v="2531" actId="114"/>
          <ac:spMkLst>
            <pc:docMk/>
            <pc:sldMk cId="1936975981" sldId="323"/>
            <ac:spMk id="4" creationId="{9EA9C379-76C6-946E-1117-D45E4F8FAA9E}"/>
          </ac:spMkLst>
        </pc:spChg>
        <pc:spChg chg="mod">
          <ac:chgData name="Stephan Reiff-Marganiec" userId="01d46c1f-18bd-4200-a0f3-6735a5e2e25c" providerId="ADAL" clId="{BA2487A5-FB34-B64F-98F0-75202148B592}" dt="2024-11-23T11:28:28.614" v="2999" actId="20577"/>
          <ac:spMkLst>
            <pc:docMk/>
            <pc:sldMk cId="1936975981" sldId="323"/>
            <ac:spMk id="5" creationId="{96FAFF65-4878-D8B2-9FBF-5F07936C8A68}"/>
          </ac:spMkLst>
        </pc:spChg>
      </pc:sldChg>
      <pc:sldChg chg="addSp modSp new mod">
        <pc:chgData name="Stephan Reiff-Marganiec" userId="01d46c1f-18bd-4200-a0f3-6735a5e2e25c" providerId="ADAL" clId="{BA2487A5-FB34-B64F-98F0-75202148B592}" dt="2024-11-23T11:10:40.141" v="2494" actId="1076"/>
        <pc:sldMkLst>
          <pc:docMk/>
          <pc:sldMk cId="3830310241" sldId="324"/>
        </pc:sldMkLst>
        <pc:spChg chg="add mod">
          <ac:chgData name="Stephan Reiff-Marganiec" userId="01d46c1f-18bd-4200-a0f3-6735a5e2e25c" providerId="ADAL" clId="{BA2487A5-FB34-B64F-98F0-75202148B592}" dt="2024-11-23T11:10:40.141" v="2494" actId="1076"/>
          <ac:spMkLst>
            <pc:docMk/>
            <pc:sldMk cId="3830310241" sldId="324"/>
            <ac:spMk id="4" creationId="{13E93885-6734-4396-B14A-15554DAF8343}"/>
          </ac:spMkLst>
        </pc:spChg>
        <pc:picChg chg="add mod">
          <ac:chgData name="Stephan Reiff-Marganiec" userId="01d46c1f-18bd-4200-a0f3-6735a5e2e25c" providerId="ADAL" clId="{BA2487A5-FB34-B64F-98F0-75202148B592}" dt="2024-11-23T11:10:40.141" v="2494" actId="1076"/>
          <ac:picMkLst>
            <pc:docMk/>
            <pc:sldMk cId="3830310241" sldId="324"/>
            <ac:picMk id="3" creationId="{17485674-0231-FE7E-94A5-30800070EB53}"/>
          </ac:picMkLst>
        </pc:picChg>
      </pc:sldChg>
      <pc:sldChg chg="addSp modSp add mod ord">
        <pc:chgData name="Stephan Reiff-Marganiec" userId="01d46c1f-18bd-4200-a0f3-6735a5e2e25c" providerId="ADAL" clId="{BA2487A5-FB34-B64F-98F0-75202148B592}" dt="2024-11-23T11:26:15.663" v="2883" actId="20577"/>
        <pc:sldMkLst>
          <pc:docMk/>
          <pc:sldMk cId="3605926822" sldId="325"/>
        </pc:sldMkLst>
        <pc:spChg chg="mod">
          <ac:chgData name="Stephan Reiff-Marganiec" userId="01d46c1f-18bd-4200-a0f3-6735a5e2e25c" providerId="ADAL" clId="{BA2487A5-FB34-B64F-98F0-75202148B592}" dt="2024-11-23T11:21:31.094" v="2717" actId="20577"/>
          <ac:spMkLst>
            <pc:docMk/>
            <pc:sldMk cId="3605926822" sldId="325"/>
            <ac:spMk id="4" creationId="{6FAD2B86-BA61-6D20-DA04-036D9056F8AD}"/>
          </ac:spMkLst>
        </pc:spChg>
        <pc:spChg chg="mod">
          <ac:chgData name="Stephan Reiff-Marganiec" userId="01d46c1f-18bd-4200-a0f3-6735a5e2e25c" providerId="ADAL" clId="{BA2487A5-FB34-B64F-98F0-75202148B592}" dt="2024-11-23T11:26:15.663" v="2883" actId="20577"/>
          <ac:spMkLst>
            <pc:docMk/>
            <pc:sldMk cId="3605926822" sldId="325"/>
            <ac:spMk id="5" creationId="{0240931E-2925-A8E6-3FCB-1469FE27F1FD}"/>
          </ac:spMkLst>
        </pc:spChg>
        <pc:picChg chg="add mod">
          <ac:chgData name="Stephan Reiff-Marganiec" userId="01d46c1f-18bd-4200-a0f3-6735a5e2e25c" providerId="ADAL" clId="{BA2487A5-FB34-B64F-98F0-75202148B592}" dt="2024-11-23T11:22:14.099" v="2768" actId="1076"/>
          <ac:picMkLst>
            <pc:docMk/>
            <pc:sldMk cId="3605926822" sldId="325"/>
            <ac:picMk id="3" creationId="{19FE64E9-4423-0376-FA18-81B55E2C6F8F}"/>
          </ac:picMkLst>
        </pc:picChg>
      </pc:sldChg>
      <pc:sldChg chg="add del">
        <pc:chgData name="Stephan Reiff-Marganiec" userId="01d46c1f-18bd-4200-a0f3-6735a5e2e25c" providerId="ADAL" clId="{BA2487A5-FB34-B64F-98F0-75202148B592}" dt="2024-11-23T12:39:21.137" v="6097" actId="2696"/>
        <pc:sldMkLst>
          <pc:docMk/>
          <pc:sldMk cId="2690957033" sldId="326"/>
        </pc:sldMkLst>
      </pc:sldChg>
      <pc:sldChg chg="addSp modSp add mod">
        <pc:chgData name="Stephan Reiff-Marganiec" userId="01d46c1f-18bd-4200-a0f3-6735a5e2e25c" providerId="ADAL" clId="{BA2487A5-FB34-B64F-98F0-75202148B592}" dt="2024-11-23T11:59:13.117" v="4780" actId="167"/>
        <pc:sldMkLst>
          <pc:docMk/>
          <pc:sldMk cId="2188256673" sldId="327"/>
        </pc:sldMkLst>
        <pc:spChg chg="mod">
          <ac:chgData name="Stephan Reiff-Marganiec" userId="01d46c1f-18bd-4200-a0f3-6735a5e2e25c" providerId="ADAL" clId="{BA2487A5-FB34-B64F-98F0-75202148B592}" dt="2024-11-23T11:58:51.597" v="4777" actId="20577"/>
          <ac:spMkLst>
            <pc:docMk/>
            <pc:sldMk cId="2188256673" sldId="327"/>
            <ac:spMk id="2" creationId="{ADC38D40-B1AF-197E-5E06-76101E955E55}"/>
          </ac:spMkLst>
        </pc:spChg>
        <pc:spChg chg="add mod">
          <ac:chgData name="Stephan Reiff-Marganiec" userId="01d46c1f-18bd-4200-a0f3-6735a5e2e25c" providerId="ADAL" clId="{BA2487A5-FB34-B64F-98F0-75202148B592}" dt="2024-11-23T11:59:13.117" v="4780" actId="167"/>
          <ac:spMkLst>
            <pc:docMk/>
            <pc:sldMk cId="2188256673" sldId="327"/>
            <ac:spMk id="3" creationId="{683CAFC8-2649-CE7A-0212-EA58BF965B72}"/>
          </ac:spMkLst>
        </pc:spChg>
        <pc:spChg chg="mod">
          <ac:chgData name="Stephan Reiff-Marganiec" userId="01d46c1f-18bd-4200-a0f3-6735a5e2e25c" providerId="ADAL" clId="{BA2487A5-FB34-B64F-98F0-75202148B592}" dt="2024-11-23T11:37:07.954" v="3307" actId="5793"/>
          <ac:spMkLst>
            <pc:docMk/>
            <pc:sldMk cId="2188256673" sldId="327"/>
            <ac:spMk id="4" creationId="{46568D09-2CF5-BB5C-89BB-997F3AD21920}"/>
          </ac:spMkLst>
        </pc:spChg>
      </pc:sldChg>
      <pc:sldChg chg="modSp add mod">
        <pc:chgData name="Stephan Reiff-Marganiec" userId="01d46c1f-18bd-4200-a0f3-6735a5e2e25c" providerId="ADAL" clId="{BA2487A5-FB34-B64F-98F0-75202148B592}" dt="2024-11-23T11:44:40.008" v="3949" actId="20577"/>
        <pc:sldMkLst>
          <pc:docMk/>
          <pc:sldMk cId="1195148589" sldId="328"/>
        </pc:sldMkLst>
        <pc:spChg chg="mod">
          <ac:chgData name="Stephan Reiff-Marganiec" userId="01d46c1f-18bd-4200-a0f3-6735a5e2e25c" providerId="ADAL" clId="{BA2487A5-FB34-B64F-98F0-75202148B592}" dt="2024-11-23T11:37:56.485" v="3397" actId="20577"/>
          <ac:spMkLst>
            <pc:docMk/>
            <pc:sldMk cId="1195148589" sldId="328"/>
            <ac:spMk id="4" creationId="{1168D285-6E84-A543-3C65-DE29239E2A31}"/>
          </ac:spMkLst>
        </pc:spChg>
        <pc:spChg chg="mod">
          <ac:chgData name="Stephan Reiff-Marganiec" userId="01d46c1f-18bd-4200-a0f3-6735a5e2e25c" providerId="ADAL" clId="{BA2487A5-FB34-B64F-98F0-75202148B592}" dt="2024-11-23T11:44:40.008" v="3949" actId="20577"/>
          <ac:spMkLst>
            <pc:docMk/>
            <pc:sldMk cId="1195148589" sldId="328"/>
            <ac:spMk id="5" creationId="{987D15CD-07DD-88E8-BDD3-58F17BBABE7E}"/>
          </ac:spMkLst>
        </pc:spChg>
      </pc:sldChg>
      <pc:sldChg chg="addSp delSp modSp add mod">
        <pc:chgData name="Stephan Reiff-Marganiec" userId="01d46c1f-18bd-4200-a0f3-6735a5e2e25c" providerId="ADAL" clId="{BA2487A5-FB34-B64F-98F0-75202148B592}" dt="2024-11-23T12:32:46.975" v="5800" actId="1038"/>
        <pc:sldMkLst>
          <pc:docMk/>
          <pc:sldMk cId="3520934506" sldId="329"/>
        </pc:sldMkLst>
        <pc:spChg chg="mod">
          <ac:chgData name="Stephan Reiff-Marganiec" userId="01d46c1f-18bd-4200-a0f3-6735a5e2e25c" providerId="ADAL" clId="{BA2487A5-FB34-B64F-98F0-75202148B592}" dt="2024-11-23T12:26:55.041" v="5678" actId="20577"/>
          <ac:spMkLst>
            <pc:docMk/>
            <pc:sldMk cId="3520934506" sldId="329"/>
            <ac:spMk id="2" creationId="{D444CC98-2661-AB6E-46EC-EEF4A425D5B5}"/>
          </ac:spMkLst>
        </pc:spChg>
        <pc:spChg chg="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3" creationId="{ECC8B0CF-D73D-608B-F2C9-89588360C808}"/>
          </ac:spMkLst>
        </pc:spChg>
        <pc:spChg chg="mod">
          <ac:chgData name="Stephan Reiff-Marganiec" userId="01d46c1f-18bd-4200-a0f3-6735a5e2e25c" providerId="ADAL" clId="{BA2487A5-FB34-B64F-98F0-75202148B592}" dt="2024-11-23T12:23:58.912" v="5604" actId="20577"/>
          <ac:spMkLst>
            <pc:docMk/>
            <pc:sldMk cId="3520934506" sldId="329"/>
            <ac:spMk id="4" creationId="{69372BDB-41B0-F542-9635-9FB9BF7D3B23}"/>
          </ac:spMkLst>
        </pc:spChg>
        <pc:spChg chg="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6" creationId="{FB8AAA10-D2DF-7924-FE96-69362A02DEFB}"/>
          </ac:spMkLst>
        </pc:spChg>
        <pc:spChg chg="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7" creationId="{5152423F-AA2A-A2B3-947F-F1AD5E7FA5F4}"/>
          </ac:spMkLst>
        </pc:spChg>
        <pc:spChg chg="add del mod">
          <ac:chgData name="Stephan Reiff-Marganiec" userId="01d46c1f-18bd-4200-a0f3-6735a5e2e25c" providerId="ADAL" clId="{BA2487A5-FB34-B64F-98F0-75202148B592}" dt="2024-11-23T12:28:19.399" v="5694" actId="478"/>
          <ac:spMkLst>
            <pc:docMk/>
            <pc:sldMk cId="3520934506" sldId="329"/>
            <ac:spMk id="13" creationId="{B8BF02EB-AB24-3BA2-B03D-AD74CE206648}"/>
          </ac:spMkLst>
        </pc:spChg>
        <pc:spChg chg="mod">
          <ac:chgData name="Stephan Reiff-Marganiec" userId="01d46c1f-18bd-4200-a0f3-6735a5e2e25c" providerId="ADAL" clId="{BA2487A5-FB34-B64F-98F0-75202148B592}" dt="2024-11-23T12:27:09.115" v="5682" actId="167"/>
          <ac:spMkLst>
            <pc:docMk/>
            <pc:sldMk cId="3520934506" sldId="329"/>
            <ac:spMk id="14" creationId="{501840C4-9D0C-92A8-D804-462A14192F3B}"/>
          </ac:spMkLst>
        </pc:spChg>
        <pc:spChg chg="mod">
          <ac:chgData name="Stephan Reiff-Marganiec" userId="01d46c1f-18bd-4200-a0f3-6735a5e2e25c" providerId="ADAL" clId="{BA2487A5-FB34-B64F-98F0-75202148B592}" dt="2024-11-23T12:26:38.120" v="5642" actId="14100"/>
          <ac:spMkLst>
            <pc:docMk/>
            <pc:sldMk cId="3520934506" sldId="329"/>
            <ac:spMk id="15" creationId="{B2D7C87A-9264-6E71-897B-ED48C324249E}"/>
          </ac:spMkLst>
        </pc:spChg>
        <pc:spChg chg="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16" creationId="{4F008A6B-729D-C1BD-56DB-67CEA9EAC292}"/>
          </ac:spMkLst>
        </pc:spChg>
        <pc:spChg chg="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17" creationId="{3D3FC468-5584-B1E4-5337-15FC19AE7360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18" creationId="{825A9259-5D54-5A30-60F9-544613B4A628}"/>
          </ac:spMkLst>
        </pc:spChg>
        <pc:spChg chg="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19" creationId="{0F06196F-7332-D3BF-4F53-DAC06B00C9A7}"/>
          </ac:spMkLst>
        </pc:spChg>
        <pc:spChg chg="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20" creationId="{F9807F60-ECA4-0708-82F7-6C7633DD3673}"/>
          </ac:spMkLst>
        </pc:spChg>
        <pc:spChg chg="del">
          <ac:chgData name="Stephan Reiff-Marganiec" userId="01d46c1f-18bd-4200-a0f3-6735a5e2e25c" providerId="ADAL" clId="{BA2487A5-FB34-B64F-98F0-75202148B592}" dt="2024-11-23T12:28:47.147" v="5697" actId="478"/>
          <ac:spMkLst>
            <pc:docMk/>
            <pc:sldMk cId="3520934506" sldId="329"/>
            <ac:spMk id="21" creationId="{EA480185-2871-54BC-F1C7-985C9E55E284}"/>
          </ac:spMkLst>
        </pc:spChg>
        <pc:spChg chg="del">
          <ac:chgData name="Stephan Reiff-Marganiec" userId="01d46c1f-18bd-4200-a0f3-6735a5e2e25c" providerId="ADAL" clId="{BA2487A5-FB34-B64F-98F0-75202148B592}" dt="2024-11-23T12:28:47.147" v="5697" actId="478"/>
          <ac:spMkLst>
            <pc:docMk/>
            <pc:sldMk cId="3520934506" sldId="329"/>
            <ac:spMk id="22" creationId="{2BD34151-AA26-491F-A840-813E2B979B63}"/>
          </ac:spMkLst>
        </pc:spChg>
        <pc:spChg chg="del">
          <ac:chgData name="Stephan Reiff-Marganiec" userId="01d46c1f-18bd-4200-a0f3-6735a5e2e25c" providerId="ADAL" clId="{BA2487A5-FB34-B64F-98F0-75202148B592}" dt="2024-11-23T12:28:47.147" v="5697" actId="478"/>
          <ac:spMkLst>
            <pc:docMk/>
            <pc:sldMk cId="3520934506" sldId="329"/>
            <ac:spMk id="23" creationId="{21114A67-FC4E-7A68-D427-8E852092493B}"/>
          </ac:spMkLst>
        </pc:spChg>
        <pc:spChg chg="del">
          <ac:chgData name="Stephan Reiff-Marganiec" userId="01d46c1f-18bd-4200-a0f3-6735a5e2e25c" providerId="ADAL" clId="{BA2487A5-FB34-B64F-98F0-75202148B592}" dt="2024-11-23T12:28:47.147" v="5697" actId="478"/>
          <ac:spMkLst>
            <pc:docMk/>
            <pc:sldMk cId="3520934506" sldId="329"/>
            <ac:spMk id="26" creationId="{89DD3250-4E14-4E7F-DE09-962FE7E4003E}"/>
          </ac:spMkLst>
        </pc:spChg>
        <pc:spChg chg="del">
          <ac:chgData name="Stephan Reiff-Marganiec" userId="01d46c1f-18bd-4200-a0f3-6735a5e2e25c" providerId="ADAL" clId="{BA2487A5-FB34-B64F-98F0-75202148B592}" dt="2024-11-23T12:28:47.147" v="5697" actId="478"/>
          <ac:spMkLst>
            <pc:docMk/>
            <pc:sldMk cId="3520934506" sldId="329"/>
            <ac:spMk id="27" creationId="{EAB67DD5-266D-E43C-679C-81C88F5EB4EC}"/>
          </ac:spMkLst>
        </pc:spChg>
        <pc:spChg chg="del">
          <ac:chgData name="Stephan Reiff-Marganiec" userId="01d46c1f-18bd-4200-a0f3-6735a5e2e25c" providerId="ADAL" clId="{BA2487A5-FB34-B64F-98F0-75202148B592}" dt="2024-11-23T12:28:47.147" v="5697" actId="478"/>
          <ac:spMkLst>
            <pc:docMk/>
            <pc:sldMk cId="3520934506" sldId="329"/>
            <ac:spMk id="28" creationId="{A78C43F7-73A5-FF20-C349-48A45F8C1488}"/>
          </ac:spMkLst>
        </pc:spChg>
        <pc:spChg chg="mod">
          <ac:chgData name="Stephan Reiff-Marganiec" userId="01d46c1f-18bd-4200-a0f3-6735a5e2e25c" providerId="ADAL" clId="{BA2487A5-FB34-B64F-98F0-75202148B592}" dt="2024-11-23T12:32:46.975" v="5800" actId="1038"/>
          <ac:spMkLst>
            <pc:docMk/>
            <pc:sldMk cId="3520934506" sldId="329"/>
            <ac:spMk id="29" creationId="{1FE9E9FC-85F3-8E48-1749-9AB5E761B2AA}"/>
          </ac:spMkLst>
        </pc:spChg>
        <pc:spChg chg="mod">
          <ac:chgData name="Stephan Reiff-Marganiec" userId="01d46c1f-18bd-4200-a0f3-6735a5e2e25c" providerId="ADAL" clId="{BA2487A5-FB34-B64F-98F0-75202148B592}" dt="2024-11-23T12:32:46.975" v="5800" actId="1038"/>
          <ac:spMkLst>
            <pc:docMk/>
            <pc:sldMk cId="3520934506" sldId="329"/>
            <ac:spMk id="30" creationId="{A7C4A756-245F-7DF1-7A9C-BC9BC6E03EFA}"/>
          </ac:spMkLst>
        </pc:spChg>
        <pc:spChg chg="mod">
          <ac:chgData name="Stephan Reiff-Marganiec" userId="01d46c1f-18bd-4200-a0f3-6735a5e2e25c" providerId="ADAL" clId="{BA2487A5-FB34-B64F-98F0-75202148B592}" dt="2024-11-23T12:32:46.975" v="5800" actId="1038"/>
          <ac:spMkLst>
            <pc:docMk/>
            <pc:sldMk cId="3520934506" sldId="329"/>
            <ac:spMk id="31" creationId="{25E89E86-04D0-6A8B-2AAB-BCD8168FC1E4}"/>
          </ac:spMkLst>
        </pc:spChg>
        <pc:spChg chg="mod">
          <ac:chgData name="Stephan Reiff-Marganiec" userId="01d46c1f-18bd-4200-a0f3-6735a5e2e25c" providerId="ADAL" clId="{BA2487A5-FB34-B64F-98F0-75202148B592}" dt="2024-11-23T12:32:46.975" v="5800" actId="1038"/>
          <ac:spMkLst>
            <pc:docMk/>
            <pc:sldMk cId="3520934506" sldId="329"/>
            <ac:spMk id="34" creationId="{D8503AD9-0D9F-DD4D-8493-3C087EE6E327}"/>
          </ac:spMkLst>
        </pc:spChg>
        <pc:spChg chg="mod">
          <ac:chgData name="Stephan Reiff-Marganiec" userId="01d46c1f-18bd-4200-a0f3-6735a5e2e25c" providerId="ADAL" clId="{BA2487A5-FB34-B64F-98F0-75202148B592}" dt="2024-11-23T12:32:46.975" v="5800" actId="1038"/>
          <ac:spMkLst>
            <pc:docMk/>
            <pc:sldMk cId="3520934506" sldId="329"/>
            <ac:spMk id="35" creationId="{ACA3B370-8D57-8582-E74B-3B26074D857B}"/>
          </ac:spMkLst>
        </pc:spChg>
        <pc:spChg chg="mod">
          <ac:chgData name="Stephan Reiff-Marganiec" userId="01d46c1f-18bd-4200-a0f3-6735a5e2e25c" providerId="ADAL" clId="{BA2487A5-FB34-B64F-98F0-75202148B592}" dt="2024-11-23T12:32:46.975" v="5800" actId="1038"/>
          <ac:spMkLst>
            <pc:docMk/>
            <pc:sldMk cId="3520934506" sldId="329"/>
            <ac:spMk id="36" creationId="{2E630984-0F9F-DB04-1D5E-FADC4B21E5BC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37" creationId="{C5E3FD18-1026-B990-447D-EFFD2BDCFCA5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38" creationId="{09149FC3-E477-2DF3-8CC6-01559F878ABA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39" creationId="{08E2ED11-AC61-B185-7A57-54C74C57A6CF}"/>
          </ac:spMkLst>
        </pc:spChg>
        <pc:spChg chg="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40" creationId="{A632587A-6741-5717-23A3-23ADEF5F3EA4}"/>
          </ac:spMkLst>
        </pc:spChg>
        <pc:spChg chg="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41" creationId="{F96F0F15-A973-7A7E-CD73-8C5DAE3C3B8C}"/>
          </ac:spMkLst>
        </pc:spChg>
        <pc:spChg chg="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42" creationId="{3EC1C205-FD58-7856-D819-1F1299A0062F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45" creationId="{EBD8EA75-8A6C-60C5-14A2-26534AFD417B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46" creationId="{91859ACE-0776-F16F-4B95-C644FF9FB12B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47" creationId="{1D91D436-21E5-3536-1240-EBAD43AB6768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49" creationId="{7804871A-8CE8-F63D-C76E-1501DCA19BD1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50" creationId="{E0334F78-B1F2-C2A0-76D2-E88638DECC90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51" creationId="{9EDC9B55-44F1-393A-88BE-86474F49DDE4}"/>
          </ac:spMkLst>
        </pc:spChg>
        <pc:spChg chg="add del mod">
          <ac:chgData name="Stephan Reiff-Marganiec" userId="01d46c1f-18bd-4200-a0f3-6735a5e2e25c" providerId="ADAL" clId="{BA2487A5-FB34-B64F-98F0-75202148B592}" dt="2024-11-23T12:30:29.078" v="5708" actId="478"/>
          <ac:spMkLst>
            <pc:docMk/>
            <pc:sldMk cId="3520934506" sldId="329"/>
            <ac:spMk id="54" creationId="{92F451E2-BC5E-E9AC-EF77-BEBE9B9691B6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55" creationId="{0B26823D-A24C-AD72-7D31-DE810A823FF7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56" creationId="{255B9875-44A1-1860-99E8-0C7E9D4813F8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57" creationId="{B2D4F925-60BB-2796-D2E5-C76CE819F4C6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65" creationId="{E0086D98-DFDE-5EB8-F496-5AA5B54D1212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66" creationId="{EC684F87-4A60-E8E3-F3A2-F4CED63441B9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67" creationId="{9F2DDC53-574B-0678-5EFD-BCA03848733A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68" creationId="{8E368688-18EB-AE30-C59B-2BD93F34E475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71" creationId="{6096B0D8-1342-DB36-9213-DDB180CAFD0E}"/>
          </ac:spMkLst>
        </pc:spChg>
        <pc:spChg chg="add mod">
          <ac:chgData name="Stephan Reiff-Marganiec" userId="01d46c1f-18bd-4200-a0f3-6735a5e2e25c" providerId="ADAL" clId="{BA2487A5-FB34-B64F-98F0-75202148B592}" dt="2024-11-23T12:32:46.975" v="5800" actId="1038"/>
          <ac:spMkLst>
            <pc:docMk/>
            <pc:sldMk cId="3520934506" sldId="329"/>
            <ac:spMk id="72" creationId="{21033333-6635-0EDB-0189-052B3CBC33B9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73" creationId="{1A623B7B-7AFF-75DC-0F07-3452037DABDE}"/>
          </ac:spMkLst>
        </pc:spChg>
        <pc:spChg chg="add mod">
          <ac:chgData name="Stephan Reiff-Marganiec" userId="01d46c1f-18bd-4200-a0f3-6735a5e2e25c" providerId="ADAL" clId="{BA2487A5-FB34-B64F-98F0-75202148B592}" dt="2024-11-23T12:32:46.975" v="5800" actId="1038"/>
          <ac:spMkLst>
            <pc:docMk/>
            <pc:sldMk cId="3520934506" sldId="329"/>
            <ac:spMk id="74" creationId="{E8EAD23C-DC20-0F3A-5A40-692ABB8A61D8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75" creationId="{EC48DB7B-6240-310B-72DA-A793FB208DB0}"/>
          </ac:spMkLst>
        </pc:spChg>
        <pc:spChg chg="add mod">
          <ac:chgData name="Stephan Reiff-Marganiec" userId="01d46c1f-18bd-4200-a0f3-6735a5e2e25c" providerId="ADAL" clId="{BA2487A5-FB34-B64F-98F0-75202148B592}" dt="2024-11-23T12:32:34.808" v="5790" actId="1037"/>
          <ac:spMkLst>
            <pc:docMk/>
            <pc:sldMk cId="3520934506" sldId="329"/>
            <ac:spMk id="76" creationId="{F3C50E8D-315B-49F9-5809-6DF3EC891AAC}"/>
          </ac:spMkLst>
        </pc:spChg>
        <pc:cxnChg chg="mod">
          <ac:chgData name="Stephan Reiff-Marganiec" userId="01d46c1f-18bd-4200-a0f3-6735a5e2e25c" providerId="ADAL" clId="{BA2487A5-FB34-B64F-98F0-75202148B592}" dt="2024-11-23T12:32:34.808" v="5790" actId="1037"/>
          <ac:cxnSpMkLst>
            <pc:docMk/>
            <pc:sldMk cId="3520934506" sldId="329"/>
            <ac:cxnSpMk id="9" creationId="{B5C65111-63F7-1358-9019-328E0897983D}"/>
          </ac:cxnSpMkLst>
        </pc:cxnChg>
        <pc:cxnChg chg="mod">
          <ac:chgData name="Stephan Reiff-Marganiec" userId="01d46c1f-18bd-4200-a0f3-6735a5e2e25c" providerId="ADAL" clId="{BA2487A5-FB34-B64F-98F0-75202148B592}" dt="2024-11-23T12:32:34.808" v="5790" actId="1037"/>
          <ac:cxnSpMkLst>
            <pc:docMk/>
            <pc:sldMk cId="3520934506" sldId="329"/>
            <ac:cxnSpMk id="11" creationId="{B257CBBA-929B-C0E1-A01E-7D3E1B452D52}"/>
          </ac:cxnSpMkLst>
        </pc:cxnChg>
        <pc:cxnChg chg="del mod">
          <ac:chgData name="Stephan Reiff-Marganiec" userId="01d46c1f-18bd-4200-a0f3-6735a5e2e25c" providerId="ADAL" clId="{BA2487A5-FB34-B64F-98F0-75202148B592}" dt="2024-11-23T12:28:47.147" v="5697" actId="478"/>
          <ac:cxnSpMkLst>
            <pc:docMk/>
            <pc:sldMk cId="3520934506" sldId="329"/>
            <ac:cxnSpMk id="24" creationId="{9FEC0992-D9DC-6A61-FBE7-5714C0F15932}"/>
          </ac:cxnSpMkLst>
        </pc:cxnChg>
        <pc:cxnChg chg="del mod">
          <ac:chgData name="Stephan Reiff-Marganiec" userId="01d46c1f-18bd-4200-a0f3-6735a5e2e25c" providerId="ADAL" clId="{BA2487A5-FB34-B64F-98F0-75202148B592}" dt="2024-11-23T12:28:47.147" v="5697" actId="478"/>
          <ac:cxnSpMkLst>
            <pc:docMk/>
            <pc:sldMk cId="3520934506" sldId="329"/>
            <ac:cxnSpMk id="25" creationId="{4DB94A34-CC0D-5729-90A5-A7F3CAC4112C}"/>
          </ac:cxnSpMkLst>
        </pc:cxnChg>
        <pc:cxnChg chg="mod">
          <ac:chgData name="Stephan Reiff-Marganiec" userId="01d46c1f-18bd-4200-a0f3-6735a5e2e25c" providerId="ADAL" clId="{BA2487A5-FB34-B64F-98F0-75202148B592}" dt="2024-11-23T12:32:46.975" v="5800" actId="1038"/>
          <ac:cxnSpMkLst>
            <pc:docMk/>
            <pc:sldMk cId="3520934506" sldId="329"/>
            <ac:cxnSpMk id="32" creationId="{88145B1F-3370-B1E1-92B7-524EA28AA96F}"/>
          </ac:cxnSpMkLst>
        </pc:cxnChg>
        <pc:cxnChg chg="mod">
          <ac:chgData name="Stephan Reiff-Marganiec" userId="01d46c1f-18bd-4200-a0f3-6735a5e2e25c" providerId="ADAL" clId="{BA2487A5-FB34-B64F-98F0-75202148B592}" dt="2024-11-23T12:32:46.975" v="5800" actId="1038"/>
          <ac:cxnSpMkLst>
            <pc:docMk/>
            <pc:sldMk cId="3520934506" sldId="329"/>
            <ac:cxnSpMk id="33" creationId="{32BDB356-C5E3-DA65-1B72-01D78F30DE89}"/>
          </ac:cxnSpMkLst>
        </pc:cxnChg>
        <pc:cxnChg chg="add mod">
          <ac:chgData name="Stephan Reiff-Marganiec" userId="01d46c1f-18bd-4200-a0f3-6735a5e2e25c" providerId="ADAL" clId="{BA2487A5-FB34-B64F-98F0-75202148B592}" dt="2024-11-23T12:32:34.808" v="5790" actId="1037"/>
          <ac:cxnSpMkLst>
            <pc:docMk/>
            <pc:sldMk cId="3520934506" sldId="329"/>
            <ac:cxnSpMk id="43" creationId="{18B6C337-EF3A-A075-5B21-4D8E24AD9CFD}"/>
          </ac:cxnSpMkLst>
        </pc:cxnChg>
        <pc:cxnChg chg="add mod">
          <ac:chgData name="Stephan Reiff-Marganiec" userId="01d46c1f-18bd-4200-a0f3-6735a5e2e25c" providerId="ADAL" clId="{BA2487A5-FB34-B64F-98F0-75202148B592}" dt="2024-11-23T12:32:34.808" v="5790" actId="1037"/>
          <ac:cxnSpMkLst>
            <pc:docMk/>
            <pc:sldMk cId="3520934506" sldId="329"/>
            <ac:cxnSpMk id="44" creationId="{886178D9-7CBC-34AF-C3C3-BF73904CD42C}"/>
          </ac:cxnSpMkLst>
        </pc:cxnChg>
        <pc:cxnChg chg="add mod">
          <ac:chgData name="Stephan Reiff-Marganiec" userId="01d46c1f-18bd-4200-a0f3-6735a5e2e25c" providerId="ADAL" clId="{BA2487A5-FB34-B64F-98F0-75202148B592}" dt="2024-11-23T12:32:34.808" v="5790" actId="1037"/>
          <ac:cxnSpMkLst>
            <pc:docMk/>
            <pc:sldMk cId="3520934506" sldId="329"/>
            <ac:cxnSpMk id="52" creationId="{1C1102B2-4224-DB7A-AAEA-BEF3653231C0}"/>
          </ac:cxnSpMkLst>
        </pc:cxnChg>
        <pc:cxnChg chg="add mod">
          <ac:chgData name="Stephan Reiff-Marganiec" userId="01d46c1f-18bd-4200-a0f3-6735a5e2e25c" providerId="ADAL" clId="{BA2487A5-FB34-B64F-98F0-75202148B592}" dt="2024-11-23T12:32:34.808" v="5790" actId="1037"/>
          <ac:cxnSpMkLst>
            <pc:docMk/>
            <pc:sldMk cId="3520934506" sldId="329"/>
            <ac:cxnSpMk id="53" creationId="{6B65C3E4-7D7A-CB84-30FB-986159D560AA}"/>
          </ac:cxnSpMkLst>
        </pc:cxnChg>
        <pc:cxnChg chg="add mod">
          <ac:chgData name="Stephan Reiff-Marganiec" userId="01d46c1f-18bd-4200-a0f3-6735a5e2e25c" providerId="ADAL" clId="{BA2487A5-FB34-B64F-98F0-75202148B592}" dt="2024-11-23T12:32:34.808" v="5790" actId="1037"/>
          <ac:cxnSpMkLst>
            <pc:docMk/>
            <pc:sldMk cId="3520934506" sldId="329"/>
            <ac:cxnSpMk id="69" creationId="{CF8A7D2C-A453-573B-BA9F-4724902D33BA}"/>
          </ac:cxnSpMkLst>
        </pc:cxnChg>
        <pc:cxnChg chg="add mod">
          <ac:chgData name="Stephan Reiff-Marganiec" userId="01d46c1f-18bd-4200-a0f3-6735a5e2e25c" providerId="ADAL" clId="{BA2487A5-FB34-B64F-98F0-75202148B592}" dt="2024-11-23T12:32:34.808" v="5790" actId="1037"/>
          <ac:cxnSpMkLst>
            <pc:docMk/>
            <pc:sldMk cId="3520934506" sldId="329"/>
            <ac:cxnSpMk id="70" creationId="{5E397139-F268-A2E2-6035-89B530B87411}"/>
          </ac:cxnSpMkLst>
        </pc:cxnChg>
      </pc:sldChg>
      <pc:sldChg chg="modSp add mod">
        <pc:chgData name="Stephan Reiff-Marganiec" userId="01d46c1f-18bd-4200-a0f3-6735a5e2e25c" providerId="ADAL" clId="{BA2487A5-FB34-B64F-98F0-75202148B592}" dt="2024-11-23T12:36:50.403" v="5985" actId="20577"/>
        <pc:sldMkLst>
          <pc:docMk/>
          <pc:sldMk cId="3945179903" sldId="330"/>
        </pc:sldMkLst>
        <pc:spChg chg="mod">
          <ac:chgData name="Stephan Reiff-Marganiec" userId="01d46c1f-18bd-4200-a0f3-6735a5e2e25c" providerId="ADAL" clId="{BA2487A5-FB34-B64F-98F0-75202148B592}" dt="2024-11-23T12:34:52.572" v="5916" actId="20577"/>
          <ac:spMkLst>
            <pc:docMk/>
            <pc:sldMk cId="3945179903" sldId="330"/>
            <ac:spMk id="4" creationId="{A09B94FE-6C59-8E9D-A68F-33A31AF70AD3}"/>
          </ac:spMkLst>
        </pc:spChg>
        <pc:spChg chg="mod">
          <ac:chgData name="Stephan Reiff-Marganiec" userId="01d46c1f-18bd-4200-a0f3-6735a5e2e25c" providerId="ADAL" clId="{BA2487A5-FB34-B64F-98F0-75202148B592}" dt="2024-11-23T12:36:50.403" v="5985" actId="20577"/>
          <ac:spMkLst>
            <pc:docMk/>
            <pc:sldMk cId="3945179903" sldId="330"/>
            <ac:spMk id="5" creationId="{31D0EBAC-FE1C-2E87-D97A-268D53033B97}"/>
          </ac:spMkLst>
        </pc:spChg>
      </pc:sldChg>
      <pc:sldChg chg="modSp add mod">
        <pc:chgData name="Stephan Reiff-Marganiec" userId="01d46c1f-18bd-4200-a0f3-6735a5e2e25c" providerId="ADAL" clId="{BA2487A5-FB34-B64F-98F0-75202148B592}" dt="2024-11-23T12:37:58.199" v="6047" actId="20577"/>
        <pc:sldMkLst>
          <pc:docMk/>
          <pc:sldMk cId="2392639083" sldId="331"/>
        </pc:sldMkLst>
        <pc:spChg chg="mod">
          <ac:chgData name="Stephan Reiff-Marganiec" userId="01d46c1f-18bd-4200-a0f3-6735a5e2e25c" providerId="ADAL" clId="{BA2487A5-FB34-B64F-98F0-75202148B592}" dt="2024-11-23T12:37:18.942" v="6001" actId="20577"/>
          <ac:spMkLst>
            <pc:docMk/>
            <pc:sldMk cId="2392639083" sldId="331"/>
            <ac:spMk id="4" creationId="{79309450-3936-A480-6D40-DBD8DAA71E79}"/>
          </ac:spMkLst>
        </pc:spChg>
        <pc:spChg chg="mod">
          <ac:chgData name="Stephan Reiff-Marganiec" userId="01d46c1f-18bd-4200-a0f3-6735a5e2e25c" providerId="ADAL" clId="{BA2487A5-FB34-B64F-98F0-75202148B592}" dt="2024-11-23T12:37:58.199" v="6047" actId="20577"/>
          <ac:spMkLst>
            <pc:docMk/>
            <pc:sldMk cId="2392639083" sldId="331"/>
            <ac:spMk id="5" creationId="{10046F4F-1E6C-6180-5717-D2449A284270}"/>
          </ac:spMkLst>
        </pc:spChg>
      </pc:sldChg>
      <pc:sldChg chg="modSp add mod">
        <pc:chgData name="Stephan Reiff-Marganiec" userId="01d46c1f-18bd-4200-a0f3-6735a5e2e25c" providerId="ADAL" clId="{BA2487A5-FB34-B64F-98F0-75202148B592}" dt="2024-11-23T12:38:52.278" v="6096" actId="20577"/>
        <pc:sldMkLst>
          <pc:docMk/>
          <pc:sldMk cId="1992190920" sldId="332"/>
        </pc:sldMkLst>
        <pc:spChg chg="mod">
          <ac:chgData name="Stephan Reiff-Marganiec" userId="01d46c1f-18bd-4200-a0f3-6735a5e2e25c" providerId="ADAL" clId="{BA2487A5-FB34-B64F-98F0-75202148B592}" dt="2024-11-23T12:38:52.278" v="6096" actId="20577"/>
          <ac:spMkLst>
            <pc:docMk/>
            <pc:sldMk cId="1992190920" sldId="332"/>
            <ac:spMk id="5" creationId="{4C6B1262-E0D9-C9C6-502A-31C6705AE9F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8604652-5E11-4230-9000-8C35082972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5CF6F-D16A-4F0E-B917-05BE8D0834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DA0036-09DF-4D2A-AEFF-E9AB792F28D5}" type="datetimeFigureOut">
              <a:rPr lang="en-GB" smtClean="0"/>
              <a:t>22/11/2024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F2FA1-71D1-470E-B479-A40F328294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055A2-8A6C-43FA-9F2D-E10D53E42C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48236D-37A7-43F7-9CEB-34F295D135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4094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74208-728D-D446-8F2A-557B5FF9CB05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B9F09-74A6-D04B-8146-D9B1DE984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36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678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D47C2-B699-C6FC-DF21-852534258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4EAB8-0A75-1DB6-1446-041CF56A0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DDAA7-4B8C-1811-F1E8-9B75995A2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20FCF-5DF1-6A70-8CE9-6FEF2AC56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044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8A973-0B05-D6E2-CBFE-8C702A292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187BF-73D0-F788-32F7-B1A6120CC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EEBC2-AC65-508B-2D05-740FC3F15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6374C-14E7-8F51-95C9-7E10E8916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98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A87D-F252-7687-6CBA-A2646A4C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51907-8157-EF3A-C514-0B28F319A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A39D7-E6ED-464A-C63C-67D47C70D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00D63-65E4-7765-92EF-C454C0088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34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A87D-F252-7687-6CBA-A2646A4C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51907-8157-EF3A-C514-0B28F319A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A39D7-E6ED-464A-C63C-67D47C70D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00D63-65E4-7765-92EF-C454C0088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3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A87D-F252-7687-6CBA-A2646A4C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51907-8157-EF3A-C514-0B28F319A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A39D7-E6ED-464A-C63C-67D47C70D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00D63-65E4-7765-92EF-C454C0088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11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89D7E-5274-DFEF-5A92-B181873DC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2961C-23D7-E9ED-8432-A0A29D274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8AA4E-D97B-6D82-DE75-12D0298E8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D1333-457E-BE7B-F04D-698D0302B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636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A87D-F252-7687-6CBA-A2646A4C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51907-8157-EF3A-C514-0B28F319A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A39D7-E6ED-464A-C63C-67D47C70D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00D63-65E4-7765-92EF-C454C0088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97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A87D-F252-7687-6CBA-A2646A4C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51907-8157-EF3A-C514-0B28F319A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A39D7-E6ED-464A-C63C-67D47C70D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00D63-65E4-7765-92EF-C454C0088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03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A87D-F252-7687-6CBA-A2646A4C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51907-8157-EF3A-C514-0B28F319A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A39D7-E6ED-464A-C63C-67D47C70D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00D63-65E4-7765-92EF-C454C0088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8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C1432-4A00-CC83-1733-5801B064E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1ACB3-4216-BFDA-B43E-7F2B66696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216B4-0A66-502C-0236-0568DBEAC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09991-F81B-3E82-85DF-46C3188F1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4800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AD058-E181-8E5F-687C-4D2F1F229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D2B43-7C1F-B64E-26CF-12E97D342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7DF679-BB68-781B-3513-02CB5283D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CD138-B731-243E-92D2-3816E471E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780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1A59C-C784-B5F0-D09C-795329CED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AAA64-FEE5-FB36-08A6-E514008A95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A046E-48B5-8B98-B62F-84E7CD00B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B11FB-F75F-DB1F-6D2B-94A7B14862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167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D7AE0-F0BE-79C2-9E7E-972B886EE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68FBF9-F48F-F3A7-7061-86C8024BD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EAF57-171B-B444-2E14-CBDC2DD8C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back at where the &lt;, &gt; </a:t>
            </a:r>
            <a:r>
              <a:rPr lang="en-US" dirty="0" err="1"/>
              <a:t>etc</a:t>
            </a:r>
            <a:r>
              <a:rPr lang="en-US" dirty="0"/>
              <a:t> was used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F2FC6-5C66-D81A-908F-166B2C6AF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78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14D51-EEAC-4B2F-4203-BB6F620F3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2A91FA-9848-A1CA-77AE-C821B3071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6BBCD-7863-7E97-D1B0-FFE0F6C8A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back at where the &lt;, &gt; </a:t>
            </a:r>
            <a:r>
              <a:rPr lang="en-US" dirty="0" err="1"/>
              <a:t>etc</a:t>
            </a:r>
            <a:r>
              <a:rPr lang="en-US" dirty="0"/>
              <a:t> was used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A16E0-7CBF-13AB-74E6-7F5761B9E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7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6BEB2-DAF0-9538-C0F8-A03E6F3BB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79300A-87EA-F69A-743E-B0A481DEF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9434C-0AE2-D8F5-1A54-5AB993D95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back at where the &lt;, &gt; </a:t>
            </a:r>
            <a:r>
              <a:rPr lang="en-US" dirty="0" err="1"/>
              <a:t>etc</a:t>
            </a:r>
            <a:r>
              <a:rPr lang="en-US" dirty="0"/>
              <a:t> was used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C742D-4C1A-8831-5A08-40DCA42652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759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58D39-D1B8-EFEE-345C-E22543E08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86EDE-B9A1-FFBB-F881-7803676FF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9EBCE-9108-3695-3D7F-3A0579A91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back at where the &lt;, &gt; </a:t>
            </a:r>
            <a:r>
              <a:rPr lang="en-US" dirty="0" err="1"/>
              <a:t>etc</a:t>
            </a:r>
            <a:r>
              <a:rPr lang="en-US" dirty="0"/>
              <a:t> was used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EDD50-0A8A-4389-5CBF-3FAEEC610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355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D2844-034B-F5DA-2E88-E11A94D8E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9F03C2-1C1E-ECFC-E1B5-12BB495B5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03318-A159-6193-7DF8-A9BD1CB6C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0399F-4338-842C-6006-06DAD1FDF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488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1CED4-6AA5-4E81-7F28-6C1E62933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D400D3-A105-5F2C-BD68-08A21C702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BC885-D7A5-D461-2484-41F09E4DD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43240-AB2D-F038-3DA9-0A4EA46C6C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126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CE317-EA17-49E2-716A-5934D66C1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80E0CD-C716-C864-F3B9-CBE6B10A8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EFCEA-C10C-D43C-C617-D0E36E84E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back at where the &lt;, &gt; </a:t>
            </a:r>
            <a:r>
              <a:rPr lang="en-US" dirty="0" err="1"/>
              <a:t>etc</a:t>
            </a:r>
            <a:r>
              <a:rPr lang="en-US" dirty="0"/>
              <a:t> was used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3E442-200C-CA1B-36FA-BFDB0C5C0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0227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444CD-BAD3-C04B-7885-D7D82BD0E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B90B43-7040-FA97-09B2-5B9937DDE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A2186D-ABAF-7CBD-47EE-0D571B3C2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back at where the &lt;, &gt; </a:t>
            </a:r>
            <a:r>
              <a:rPr lang="en-US" dirty="0" err="1"/>
              <a:t>etc</a:t>
            </a:r>
            <a:r>
              <a:rPr lang="en-US" dirty="0"/>
              <a:t> was used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F49E1-5BA6-2833-C3AC-39A107437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306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6A581-BB23-B050-3455-2121958EF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7A2AB-E55A-D05F-E3A9-AC587E6DF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286BF9-C513-AB08-D533-780B9D642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back at where the &lt;, &gt; </a:t>
            </a:r>
            <a:r>
              <a:rPr lang="en-US" dirty="0" err="1"/>
              <a:t>etc</a:t>
            </a:r>
            <a:r>
              <a:rPr lang="en-US" dirty="0"/>
              <a:t> was used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35235-A022-6063-D744-88AB52085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3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E63BA-4124-FC89-2627-AF2283C2A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8C676-FFD2-4508-686E-9D176D506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8CA388-6E15-DC8D-38DB-51E99FFD8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FFBBC-C5E8-AD5B-C13F-C5FF7C2538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793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9F7D6-B447-712A-66BB-391D8E8C6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E93A40-73B4-D7A5-F92C-4DC1046CF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59291-0472-7363-8EE2-6EC9CB8BCE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AE9C4-FCDE-7FC8-6FAF-381696080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78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University of Derby Logo">
            <a:extLst>
              <a:ext uri="{FF2B5EF4-FFF2-40B4-BE49-F238E27FC236}">
                <a16:creationId xmlns:a16="http://schemas.microsoft.com/office/drawing/2014/main" id="{56D74247-88E8-486E-9FA8-3C25A135B1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041" y="373818"/>
            <a:ext cx="976408" cy="989171"/>
          </a:xfrm>
          <a:prstGeom prst="rect">
            <a:avLst/>
          </a:prstGeom>
        </p:spPr>
      </p:pic>
      <p:pic>
        <p:nvPicPr>
          <p:cNvPr id="2" name="Picture 1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4733D3B3-40AE-BF86-CE7B-439049903ED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735" y="5924332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753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Option 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Derby Logo">
            <a:extLst>
              <a:ext uri="{FF2B5EF4-FFF2-40B4-BE49-F238E27FC236}">
                <a16:creationId xmlns:a16="http://schemas.microsoft.com/office/drawing/2014/main" id="{5CD4B156-5E4A-ED68-2B68-0F51AA2842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76" y="373818"/>
            <a:ext cx="970338" cy="9830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BA232F-E2A5-4C45-76E7-2E89173DE5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735" y="5927383"/>
            <a:ext cx="418005" cy="56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861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versity of Derby Logo">
            <a:extLst>
              <a:ext uri="{FF2B5EF4-FFF2-40B4-BE49-F238E27FC236}">
                <a16:creationId xmlns:a16="http://schemas.microsoft.com/office/drawing/2014/main" id="{444FD617-6C2D-4513-9458-B423D236DB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76" y="373818"/>
            <a:ext cx="970338" cy="983022"/>
          </a:xfrm>
          <a:prstGeom prst="rect">
            <a:avLst/>
          </a:prstGeom>
        </p:spPr>
      </p:pic>
      <p:pic>
        <p:nvPicPr>
          <p:cNvPr id="3" name="Picture 2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A63E25F7-3764-70C6-B801-0C3349C879B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735" y="5924332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67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4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versity of Derby Logo">
            <a:extLst>
              <a:ext uri="{FF2B5EF4-FFF2-40B4-BE49-F238E27FC236}">
                <a16:creationId xmlns:a16="http://schemas.microsoft.com/office/drawing/2014/main" id="{298B09FA-9037-457E-ABF5-4606C5BB6C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041" y="373818"/>
            <a:ext cx="976408" cy="9891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38C34E-C9C6-4766-4940-7D750675CB2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735" y="5927383"/>
            <a:ext cx="418005" cy="56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99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BA232F-E2A5-4C45-76E7-2E89173DE5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735" y="5927383"/>
            <a:ext cx="418005" cy="567510"/>
          </a:xfrm>
          <a:prstGeom prst="rect">
            <a:avLst/>
          </a:prstGeom>
        </p:spPr>
      </p:pic>
      <p:pic>
        <p:nvPicPr>
          <p:cNvPr id="8" name="Picture 7" descr="University of Derby Logo">
            <a:extLst>
              <a:ext uri="{FF2B5EF4-FFF2-40B4-BE49-F238E27FC236}">
                <a16:creationId xmlns:a16="http://schemas.microsoft.com/office/drawing/2014/main" id="{BE29B393-711A-C9F2-0837-B448E88B3D3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041" y="373818"/>
            <a:ext cx="976408" cy="98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80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Inn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2ADAF4DC-3D58-BE65-22A7-3427D5211A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413" y="6182886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0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/Blue Accessibility Option">
    <p:bg>
      <p:bgPr>
        <a:solidFill>
          <a:srgbClr val="ED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B1E41A37-450A-2EDE-73FF-B31D1C5E0A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413" y="6182886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550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yslexia Accessibility Option">
    <p:bg>
      <p:bgPr>
        <a:solidFill>
          <a:srgbClr val="FEFB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884D7F82-3B95-DE3F-8695-78964CA688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413" y="6182886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526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Slide Option 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University of Derby Logo">
            <a:extLst>
              <a:ext uri="{FF2B5EF4-FFF2-40B4-BE49-F238E27FC236}">
                <a16:creationId xmlns:a16="http://schemas.microsoft.com/office/drawing/2014/main" id="{EB9286DE-D286-45D1-B9D6-B0AF16D897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76" y="373818"/>
            <a:ext cx="970338" cy="98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714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Title Slide Option 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University of Derby Logo">
            <a:extLst>
              <a:ext uri="{FF2B5EF4-FFF2-40B4-BE49-F238E27FC236}">
                <a16:creationId xmlns:a16="http://schemas.microsoft.com/office/drawing/2014/main" id="{EB9286DE-D286-45D1-B9D6-B0AF16D897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76" y="373818"/>
            <a:ext cx="970338" cy="98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881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Title Slide Option 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University of Derby Logo">
            <a:extLst>
              <a:ext uri="{FF2B5EF4-FFF2-40B4-BE49-F238E27FC236}">
                <a16:creationId xmlns:a16="http://schemas.microsoft.com/office/drawing/2014/main" id="{EB9286DE-D286-45D1-B9D6-B0AF16D897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76" y="373818"/>
            <a:ext cx="970338" cy="98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36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Title Slide Option 4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University of Derby Logo">
            <a:extLst>
              <a:ext uri="{FF2B5EF4-FFF2-40B4-BE49-F238E27FC236}">
                <a16:creationId xmlns:a16="http://schemas.microsoft.com/office/drawing/2014/main" id="{EB9286DE-D286-45D1-B9D6-B0AF16D897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76" y="373818"/>
            <a:ext cx="970338" cy="98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421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Inn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2ADAF4DC-3D58-BE65-22A7-3427D5211A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413" y="6182886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3687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Title Slide Opti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0457326B-AEDA-C427-159C-58A4826275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3965" y="5924331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79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2761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0" r:id="rId2"/>
    <p:sldLayoutId id="2147483685" r:id="rId3"/>
    <p:sldLayoutId id="2147483686" r:id="rId4"/>
    <p:sldLayoutId id="214748368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46C0F0-6525-4640-8756-D75A5DA09724}"/>
              </a:ext>
            </a:extLst>
          </p:cNvPr>
          <p:cNvCxnSpPr>
            <a:cxnSpLocks/>
          </p:cNvCxnSpPr>
          <p:nvPr userDrawn="1"/>
        </p:nvCxnSpPr>
        <p:spPr>
          <a:xfrm flipH="1">
            <a:off x="224413" y="6064371"/>
            <a:ext cx="11716378" cy="0"/>
          </a:xfrm>
          <a:prstGeom prst="line">
            <a:avLst/>
          </a:prstGeom>
          <a:ln w="25400">
            <a:solidFill>
              <a:srgbClr val="9DA0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47B83616-CECF-476F-A98B-502B4428A49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7249" y="226334"/>
            <a:ext cx="970338" cy="9830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BB7826-BDB1-4376-8783-E00BD22989CB}"/>
              </a:ext>
            </a:extLst>
          </p:cNvPr>
          <p:cNvSpPr txBox="1"/>
          <p:nvPr userDrawn="1"/>
        </p:nvSpPr>
        <p:spPr>
          <a:xfrm>
            <a:off x="10713314" y="6266587"/>
            <a:ext cx="119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derby</a:t>
            </a:r>
            <a:r>
              <a:rPr lang="en-GB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.ac.uk</a:t>
            </a:r>
          </a:p>
        </p:txBody>
      </p:sp>
    </p:spTree>
    <p:extLst>
      <p:ext uri="{BB962C8B-B14F-4D97-AF65-F5344CB8AC3E}">
        <p14:creationId xmlns:p14="http://schemas.microsoft.com/office/powerpoint/2010/main" val="1476196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608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79" r:id="rId2"/>
    <p:sldLayoutId id="2147483680" r:id="rId3"/>
    <p:sldLayoutId id="2147483681" r:id="rId4"/>
    <p:sldLayoutId id="214748369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ED7BD53-FEB5-4B7E-A03C-B2E105D4E3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8041" y="373818"/>
            <a:ext cx="976407" cy="9891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918B86-6EAC-48BC-934C-E30B4D7295A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9690" y="734801"/>
            <a:ext cx="1063361" cy="26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5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machinelearningparatodos.com/tratamiento-de-clases-desbalanceadas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ansdosage.blogspot.com/2011/04/asking-for-help.html" TargetMode="Externa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creativecommons.org/licenses/by-nc-sa/3.0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3540E-CBCF-46A7-8746-963FF11322C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67198" y="1745152"/>
            <a:ext cx="6799263" cy="13239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4CM525</a:t>
            </a:r>
            <a:br>
              <a:rPr kumimoji="0" lang="en-GB" sz="4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GB" sz="4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Functional Programming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9E6D359-338A-F391-293A-EC630323A706}"/>
              </a:ext>
            </a:extLst>
          </p:cNvPr>
          <p:cNvSpPr txBox="1">
            <a:spLocks/>
          </p:cNvSpPr>
          <p:nvPr/>
        </p:nvSpPr>
        <p:spPr>
          <a:xfrm>
            <a:off x="267198" y="3544111"/>
            <a:ext cx="4656494" cy="156966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400" b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Prof Stephan </a:t>
            </a:r>
            <a:r>
              <a:rPr lang="en-GB" sz="2400" b="1" err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Reiff-Marganiec</a:t>
            </a:r>
            <a:r>
              <a:rPr lang="en-GB" sz="2400" b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University of Derby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n-GB" sz="2400" b="1"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400" b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2024-2025</a:t>
            </a:r>
          </a:p>
        </p:txBody>
      </p:sp>
    </p:spTree>
    <p:extLst>
      <p:ext uri="{BB962C8B-B14F-4D97-AF65-F5344CB8AC3E}">
        <p14:creationId xmlns:p14="http://schemas.microsoft.com/office/powerpoint/2010/main" val="373633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7CCD-A396-05AE-2AFE-A270C5148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ED9D1-3415-6641-0A15-90C3EC9F01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67198" y="1745152"/>
            <a:ext cx="6799263" cy="29238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4CM525 Functional Programming</a:t>
            </a:r>
            <a:b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Lecture 8</a:t>
            </a:r>
            <a:b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AVL Trees, Grammar for Maths expressions &amp; Maybe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5321FFB-D1F6-61DE-21FE-EF8B0E0EDECE}"/>
              </a:ext>
            </a:extLst>
          </p:cNvPr>
          <p:cNvSpPr txBox="1">
            <a:spLocks/>
          </p:cNvSpPr>
          <p:nvPr/>
        </p:nvSpPr>
        <p:spPr>
          <a:xfrm>
            <a:off x="267198" y="5044665"/>
            <a:ext cx="4656494" cy="156966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400" b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Prof Stephan </a:t>
            </a:r>
            <a:r>
              <a:rPr lang="en-GB" sz="2400" b="1" err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Reiff-Marganiec</a:t>
            </a:r>
            <a:r>
              <a:rPr lang="en-GB" sz="2400" b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University of Derby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n-GB" sz="2400" b="1"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400" b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2024-2025</a:t>
            </a:r>
          </a:p>
        </p:txBody>
      </p:sp>
    </p:spTree>
    <p:extLst>
      <p:ext uri="{BB962C8B-B14F-4D97-AF65-F5344CB8AC3E}">
        <p14:creationId xmlns:p14="http://schemas.microsoft.com/office/powerpoint/2010/main" val="439625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7D9C8-C3C9-E844-58BE-30241D615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5AA48C-28CB-7B75-5AF0-D777BEF64B5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Today</a:t>
            </a:r>
            <a:endParaRPr kumimoji="0" lang="en-GB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85FBD3C-D6AE-C9BF-606E-EBDCAAD9155E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bit more work with trees: AVL trees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Maybe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type: writing functions that can catch/ manage errors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brief excursion to the coursework: Grammar for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Maths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expressions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994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57F55-6E6A-DC98-9411-AFDFA6C0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32FE14-90AC-7BF9-0252-28E1919E13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dirty="0"/>
              <a:t>AVL trees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86DFB3-EA25-C0A3-CA33-787EC147DA19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07D5100-D3AF-5B58-4898-3A946B56BAEC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self-balancing binary search tree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depth is always optimal (never more than 1 level apart)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Search, insert and delete are all O(log n) in worst and average case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Compare: binary search tree as worst case complexity of O(n)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Best case could be O(1) … i.e. you need the root element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Named after inventors Adelson and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Velsky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are other balanced trees, e.g. red black trees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581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57F55-6E6A-DC98-9411-AFDFA6C0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6D69975-68D0-63D1-3D4B-91D90019BB95}"/>
              </a:ext>
            </a:extLst>
          </p:cNvPr>
          <p:cNvSpPr/>
          <p:nvPr/>
        </p:nvSpPr>
        <p:spPr>
          <a:xfrm>
            <a:off x="8984343" y="3280551"/>
            <a:ext cx="1030514" cy="812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32FE14-90AC-7BF9-0252-28E1919E13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dirty="0"/>
              <a:t>The basic data type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86DFB3-EA25-C0A3-CA33-787EC147DA19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07D5100-D3AF-5B58-4898-3A946B56BAEC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Idea: it’s a binary search tree, so we could have an empty tree or one with a left and right branch.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extra thing we need to track is the height!</a:t>
            </a: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data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AVLTree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a = Empty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                           | Node a (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AVLTree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a) (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AVLTree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a) Int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	deriving (Show, Eq) </a:t>
            </a:r>
            <a:endParaRPr lang="en-US" b="1" dirty="0">
              <a:highlight>
                <a:srgbClr val="FFFF00"/>
              </a:highlight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942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57F55-6E6A-DC98-9411-AFDFA6C0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32FE14-90AC-7BF9-0252-28E1919E13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dirty="0"/>
              <a:t>Concepts of </a:t>
            </a:r>
            <a:r>
              <a:rPr lang="en-GB" sz="3200" i="1" dirty="0"/>
              <a:t>height</a:t>
            </a:r>
            <a:r>
              <a:rPr lang="en-GB" sz="3200" dirty="0"/>
              <a:t> and </a:t>
            </a:r>
            <a:r>
              <a:rPr lang="en-GB" sz="3200" i="1" dirty="0"/>
              <a:t>balance factor</a:t>
            </a:r>
            <a:endParaRPr kumimoji="0" lang="en-GB" sz="32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86DFB3-EA25-C0A3-CA33-787EC147DA19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07D5100-D3AF-5B58-4898-3A946B56BAEC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Height is stored for each node, so we just need to extract!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height ::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AVLTree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a -&gt; Int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height Empty = 0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height (Node _ _ _ h) = 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Balance factor was defined as: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bf(x) = height(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rightSubTree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(x)) – height(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leftSubTree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(x))</a:t>
            </a: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balanceFactor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::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AVLTree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a -&gt; Int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balanceFactor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Empty = 0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balanceFactor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(Node _ left right _) = height left - height right</a:t>
            </a:r>
          </a:p>
          <a:p>
            <a:pPr algn="l"/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769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DFB60-550C-4F91-5AD7-838D14D4E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3CAFC8-2649-CE7A-0212-EA58BF965B72}"/>
              </a:ext>
            </a:extLst>
          </p:cNvPr>
          <p:cNvSpPr/>
          <p:nvPr/>
        </p:nvSpPr>
        <p:spPr>
          <a:xfrm>
            <a:off x="6096000" y="2989943"/>
            <a:ext cx="478971" cy="5660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568D09-2CF5-BB5C-89BB-997F3AD2192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dirty="0"/>
              <a:t>Search is easy …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27379D3-E37D-9F8D-999C-20BFB393AA5E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DC38D40-B1AF-197E-5E06-76101E955E55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Searching is just like searching any binary search tree, with the tiny difference that the datatype has h which needs to be dragged around as value in definition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search :: Ord a =&gt; a -&gt;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AVLTree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a -&gt; Bool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search _ Empty = False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search x (Node value left right h) | x == value = True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                                                        | x &lt; value = search x left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                                                        | x &gt; value = search x right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256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57F55-6E6A-DC98-9411-AFDFA6C0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32FE14-90AC-7BF9-0252-28E1919E13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dirty="0"/>
              <a:t>Insert can cause trouble: Getting out of balance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86DFB3-EA25-C0A3-CA33-787EC147DA19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 to the difficult bits!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Let’s look at some examples of the slides where we insert values into an existing tree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 we can see inserting can damage the balance!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violates the idea of the tree, but crucially has 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an impact on the search performance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07D5100-D3AF-5B58-4898-3A946B56BAEC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balance with a stack of stones&#10;&#10;Description automatically generated with medium confidence">
            <a:extLst>
              <a:ext uri="{FF2B5EF4-FFF2-40B4-BE49-F238E27FC236}">
                <a16:creationId xmlns:a16="http://schemas.microsoft.com/office/drawing/2014/main" id="{EF8BB06C-84CF-A8DB-FFBB-A1EF4522E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844133" y="3700199"/>
            <a:ext cx="4325258" cy="21626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85EDE3-FB8A-E95E-509F-739F7CDB99F2}"/>
              </a:ext>
            </a:extLst>
          </p:cNvPr>
          <p:cNvSpPr txBox="1"/>
          <p:nvPr/>
        </p:nvSpPr>
        <p:spPr>
          <a:xfrm>
            <a:off x="7844133" y="5965205"/>
            <a:ext cx="4267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>
                <a:hlinkClick r:id="rId4" tooltip="https://machinelearningparatodos.com/tratamiento-de-clases-desbalanceadas/"/>
              </a:rPr>
              <a:t>This Photo</a:t>
            </a:r>
            <a:r>
              <a:rPr lang="en-GB" sz="900"/>
              <a:t> by Unknown Author is licensed under </a:t>
            </a:r>
            <a:r>
              <a:rPr lang="en-GB" sz="900">
                <a:hlinkClick r:id="rId5" tooltip="https://creativecommons.org/licenses/by-nc-nd/3.0/"/>
              </a:rPr>
              <a:t>CC BY-NC-ND</a:t>
            </a:r>
            <a:endParaRPr lang="en-GB" sz="900"/>
          </a:p>
        </p:txBody>
      </p:sp>
      <p:pic>
        <p:nvPicPr>
          <p:cNvPr id="10" name="Picture 9" descr="A diagram of a network&#10;&#10;Description automatically generated">
            <a:extLst>
              <a:ext uri="{FF2B5EF4-FFF2-40B4-BE49-F238E27FC236}">
                <a16:creationId xmlns:a16="http://schemas.microsoft.com/office/drawing/2014/main" id="{1820A5D1-21D7-36E8-4AE3-694E3D8C75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148" y="2162020"/>
            <a:ext cx="3841115" cy="247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636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57F55-6E6A-DC98-9411-AFDFA6C0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32FE14-90AC-7BF9-0252-28E1919E13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dirty="0"/>
              <a:t>And fixing things … rotations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86DFB3-EA25-C0A3-CA33-787EC147DA19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07D5100-D3AF-5B58-4898-3A946B56BAEC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a node ends up with +2 or -2 as balance factor then we need to rebalance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are 4 cases: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Right Right: Z is a right child of X and bf(Z) &gt;=0 		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rotateLeft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Left Left: Z is the left child of X and bf(Z) &gt;= 0 		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rotateRight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Right Left: Z is a right child of X and bf(Z) &lt; 0 		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rotateRightLeft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Left Right: Z is a left child of X and bf(Z) &lt; 0 			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rotateLeftRight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b="1" i="1" dirty="0"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416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57F55-6E6A-DC98-9411-AFDFA6C0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32FE14-90AC-7BF9-0252-28E1919E13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dirty="0"/>
              <a:t>Single Rotation: Left Rotation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86DFB3-EA25-C0A3-CA33-787EC147DA19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07D5100-D3AF-5B58-4898-3A946B56BAEC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Right Right: Z is a right child of X and bf(Z) &gt;=0 		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 is the node with bf +2 (the right subtree is higher by 2 than the left),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Z is it’s right child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D45D811-A949-CA65-1D1A-5AB714FBEAF5}"/>
              </a:ext>
            </a:extLst>
          </p:cNvPr>
          <p:cNvSpPr/>
          <p:nvPr/>
        </p:nvSpPr>
        <p:spPr>
          <a:xfrm>
            <a:off x="566058" y="278674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0AAFDB-335A-BD7C-232F-8ABC7FD9A48A}"/>
              </a:ext>
            </a:extLst>
          </p:cNvPr>
          <p:cNvSpPr/>
          <p:nvPr/>
        </p:nvSpPr>
        <p:spPr>
          <a:xfrm>
            <a:off x="1480458" y="4116841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33873B-C25B-C9ED-B904-9B96C387A857}"/>
              </a:ext>
            </a:extLst>
          </p:cNvPr>
          <p:cNvSpPr/>
          <p:nvPr/>
        </p:nvSpPr>
        <p:spPr>
          <a:xfrm>
            <a:off x="2394858" y="5446939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766BF39-A4C1-2197-51C6-40645ACFF568}"/>
              </a:ext>
            </a:extLst>
          </p:cNvPr>
          <p:cNvCxnSpPr>
            <a:cxnSpLocks/>
            <a:stCxn id="3" idx="5"/>
            <a:endCxn id="6" idx="1"/>
          </p:cNvCxnSpPr>
          <p:nvPr/>
        </p:nvCxnSpPr>
        <p:spPr>
          <a:xfrm>
            <a:off x="1346547" y="3567232"/>
            <a:ext cx="267822" cy="683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7FD4113-141D-2CDF-6C43-89CD6EF201EB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>
          <a:xfrm>
            <a:off x="2260947" y="4897330"/>
            <a:ext cx="267822" cy="683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own Arrow 13">
            <a:extLst>
              <a:ext uri="{FF2B5EF4-FFF2-40B4-BE49-F238E27FC236}">
                <a16:creationId xmlns:a16="http://schemas.microsoft.com/office/drawing/2014/main" id="{D028439A-BCC3-BC71-582A-5DB57A355496}"/>
              </a:ext>
            </a:extLst>
          </p:cNvPr>
          <p:cNvSpPr/>
          <p:nvPr/>
        </p:nvSpPr>
        <p:spPr>
          <a:xfrm rot="1240136">
            <a:off x="1044536" y="2070397"/>
            <a:ext cx="484632" cy="675907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FCE3BC40-25A8-9D0C-7577-23C8B5336471}"/>
              </a:ext>
            </a:extLst>
          </p:cNvPr>
          <p:cNvSpPr/>
          <p:nvPr/>
        </p:nvSpPr>
        <p:spPr>
          <a:xfrm rot="283351">
            <a:off x="1862934" y="2428131"/>
            <a:ext cx="484632" cy="1631623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B40E0E-468F-A304-9CE8-2C047C2F2E22}"/>
              </a:ext>
            </a:extLst>
          </p:cNvPr>
          <p:cNvSpPr/>
          <p:nvPr/>
        </p:nvSpPr>
        <p:spPr>
          <a:xfrm>
            <a:off x="1346547" y="5914025"/>
            <a:ext cx="914400" cy="6181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New node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81C003-300C-864C-D877-5D5955F6DAD0}"/>
              </a:ext>
            </a:extLst>
          </p:cNvPr>
          <p:cNvSpPr txBox="1"/>
          <p:nvPr/>
        </p:nvSpPr>
        <p:spPr>
          <a:xfrm>
            <a:off x="1308078" y="26923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A0D601-3982-9FA3-376A-E0901FC46C22}"/>
              </a:ext>
            </a:extLst>
          </p:cNvPr>
          <p:cNvSpPr txBox="1"/>
          <p:nvPr/>
        </p:nvSpPr>
        <p:spPr>
          <a:xfrm>
            <a:off x="2243319" y="40015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ADD563-169A-0F12-E01B-EF07D195DF07}"/>
              </a:ext>
            </a:extLst>
          </p:cNvPr>
          <p:cNvSpPr txBox="1"/>
          <p:nvPr/>
        </p:nvSpPr>
        <p:spPr>
          <a:xfrm>
            <a:off x="3162045" y="5290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0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BC60286-98D0-1304-32B8-E4ABFAB47604}"/>
              </a:ext>
            </a:extLst>
          </p:cNvPr>
          <p:cNvSpPr/>
          <p:nvPr/>
        </p:nvSpPr>
        <p:spPr>
          <a:xfrm>
            <a:off x="4194989" y="278674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95C521C-43FE-A63F-C544-40EFA290404A}"/>
              </a:ext>
            </a:extLst>
          </p:cNvPr>
          <p:cNvSpPr/>
          <p:nvPr/>
        </p:nvSpPr>
        <p:spPr>
          <a:xfrm>
            <a:off x="5109389" y="4116841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0B95400-D6B4-8612-519D-CEFA6A2E5279}"/>
              </a:ext>
            </a:extLst>
          </p:cNvPr>
          <p:cNvSpPr/>
          <p:nvPr/>
        </p:nvSpPr>
        <p:spPr>
          <a:xfrm>
            <a:off x="6023789" y="5446939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718F969-CD1D-B64C-A16C-4C3898D4B62E}"/>
              </a:ext>
            </a:extLst>
          </p:cNvPr>
          <p:cNvCxnSpPr>
            <a:cxnSpLocks/>
            <a:stCxn id="21" idx="5"/>
            <a:endCxn id="22" idx="1"/>
          </p:cNvCxnSpPr>
          <p:nvPr/>
        </p:nvCxnSpPr>
        <p:spPr>
          <a:xfrm>
            <a:off x="4975478" y="3567232"/>
            <a:ext cx="267822" cy="683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F4D5FDE-B4D7-6EBA-EEF1-EDD0CA46B26F}"/>
              </a:ext>
            </a:extLst>
          </p:cNvPr>
          <p:cNvCxnSpPr>
            <a:cxnSpLocks/>
            <a:stCxn id="22" idx="5"/>
            <a:endCxn id="23" idx="1"/>
          </p:cNvCxnSpPr>
          <p:nvPr/>
        </p:nvCxnSpPr>
        <p:spPr>
          <a:xfrm>
            <a:off x="5889878" y="4897330"/>
            <a:ext cx="267822" cy="683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F9976BE-2005-1D37-D41B-9D3A36AF6C10}"/>
              </a:ext>
            </a:extLst>
          </p:cNvPr>
          <p:cNvSpPr txBox="1"/>
          <p:nvPr/>
        </p:nvSpPr>
        <p:spPr>
          <a:xfrm>
            <a:off x="4937009" y="26923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6F0DD7-6431-D8AD-CAF9-940396F1D4D1}"/>
              </a:ext>
            </a:extLst>
          </p:cNvPr>
          <p:cNvSpPr txBox="1"/>
          <p:nvPr/>
        </p:nvSpPr>
        <p:spPr>
          <a:xfrm>
            <a:off x="5872250" y="40015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A04A19-FCDD-B0C7-459D-18E1FE4B1115}"/>
              </a:ext>
            </a:extLst>
          </p:cNvPr>
          <p:cNvSpPr txBox="1"/>
          <p:nvPr/>
        </p:nvSpPr>
        <p:spPr>
          <a:xfrm>
            <a:off x="6790976" y="5290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AA48993-F812-9EA3-6744-C134E09608C1}"/>
              </a:ext>
            </a:extLst>
          </p:cNvPr>
          <p:cNvSpPr/>
          <p:nvPr/>
        </p:nvSpPr>
        <p:spPr>
          <a:xfrm>
            <a:off x="8529166" y="5499326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59069C5-92EA-D481-4F7D-195E63A71D73}"/>
              </a:ext>
            </a:extLst>
          </p:cNvPr>
          <p:cNvSpPr/>
          <p:nvPr/>
        </p:nvSpPr>
        <p:spPr>
          <a:xfrm>
            <a:off x="9384898" y="4116841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59A7D05-5DD3-B046-3092-AC5746FC5FA6}"/>
              </a:ext>
            </a:extLst>
          </p:cNvPr>
          <p:cNvSpPr/>
          <p:nvPr/>
        </p:nvSpPr>
        <p:spPr>
          <a:xfrm>
            <a:off x="10299298" y="5446939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BD5AB09-F502-1FE9-A17F-715BFF0E1FB6}"/>
              </a:ext>
            </a:extLst>
          </p:cNvPr>
          <p:cNvCxnSpPr>
            <a:cxnSpLocks/>
            <a:stCxn id="29" idx="7"/>
            <a:endCxn id="30" idx="3"/>
          </p:cNvCxnSpPr>
          <p:nvPr/>
        </p:nvCxnSpPr>
        <p:spPr>
          <a:xfrm flipV="1">
            <a:off x="9309655" y="4897330"/>
            <a:ext cx="209154" cy="7359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ACAD4B2-45EE-8D3B-0A89-6C34E02811A1}"/>
              </a:ext>
            </a:extLst>
          </p:cNvPr>
          <p:cNvCxnSpPr>
            <a:cxnSpLocks/>
            <a:stCxn id="30" idx="5"/>
            <a:endCxn id="31" idx="1"/>
          </p:cNvCxnSpPr>
          <p:nvPr/>
        </p:nvCxnSpPr>
        <p:spPr>
          <a:xfrm>
            <a:off x="10165387" y="4897330"/>
            <a:ext cx="267822" cy="683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F22A185-089C-02BE-C422-7C1CBDF6111F}"/>
              </a:ext>
            </a:extLst>
          </p:cNvPr>
          <p:cNvSpPr txBox="1"/>
          <p:nvPr/>
        </p:nvSpPr>
        <p:spPr>
          <a:xfrm>
            <a:off x="9314326" y="5412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C2FE05-3DD2-A8AB-A9E2-A0A98E3A39AD}"/>
              </a:ext>
            </a:extLst>
          </p:cNvPr>
          <p:cNvSpPr txBox="1"/>
          <p:nvPr/>
        </p:nvSpPr>
        <p:spPr>
          <a:xfrm>
            <a:off x="10147759" y="40015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33A3AB-ABDC-FF55-DEB7-530637036151}"/>
              </a:ext>
            </a:extLst>
          </p:cNvPr>
          <p:cNvSpPr txBox="1"/>
          <p:nvPr/>
        </p:nvSpPr>
        <p:spPr>
          <a:xfrm>
            <a:off x="11066485" y="5290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0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10EC5686-8DD4-B438-0FDA-BB2152561148}"/>
              </a:ext>
            </a:extLst>
          </p:cNvPr>
          <p:cNvSpPr/>
          <p:nvPr/>
        </p:nvSpPr>
        <p:spPr>
          <a:xfrm>
            <a:off x="5343171" y="2755227"/>
            <a:ext cx="1175657" cy="1393371"/>
          </a:xfrm>
          <a:custGeom>
            <a:avLst/>
            <a:gdLst>
              <a:gd name="connsiteX0" fmla="*/ 1030515 w 1175657"/>
              <a:gd name="connsiteY0" fmla="*/ 1393371 h 1393371"/>
              <a:gd name="connsiteX1" fmla="*/ 1132115 w 1175657"/>
              <a:gd name="connsiteY1" fmla="*/ 1248229 h 1393371"/>
              <a:gd name="connsiteX2" fmla="*/ 1175657 w 1175657"/>
              <a:gd name="connsiteY2" fmla="*/ 1074057 h 1393371"/>
              <a:gd name="connsiteX3" fmla="*/ 1161143 w 1175657"/>
              <a:gd name="connsiteY3" fmla="*/ 827314 h 1393371"/>
              <a:gd name="connsiteX4" fmla="*/ 1132115 w 1175657"/>
              <a:gd name="connsiteY4" fmla="*/ 740229 h 1393371"/>
              <a:gd name="connsiteX5" fmla="*/ 1088572 w 1175657"/>
              <a:gd name="connsiteY5" fmla="*/ 609600 h 1393371"/>
              <a:gd name="connsiteX6" fmla="*/ 1074057 w 1175657"/>
              <a:gd name="connsiteY6" fmla="*/ 566057 h 1393371"/>
              <a:gd name="connsiteX7" fmla="*/ 1045029 w 1175657"/>
              <a:gd name="connsiteY7" fmla="*/ 508000 h 1393371"/>
              <a:gd name="connsiteX8" fmla="*/ 1016000 w 1175657"/>
              <a:gd name="connsiteY8" fmla="*/ 406400 h 1393371"/>
              <a:gd name="connsiteX9" fmla="*/ 1001486 w 1175657"/>
              <a:gd name="connsiteY9" fmla="*/ 362857 h 1393371"/>
              <a:gd name="connsiteX10" fmla="*/ 972457 w 1175657"/>
              <a:gd name="connsiteY10" fmla="*/ 319314 h 1393371"/>
              <a:gd name="connsiteX11" fmla="*/ 841829 w 1175657"/>
              <a:gd name="connsiteY11" fmla="*/ 217714 h 1393371"/>
              <a:gd name="connsiteX12" fmla="*/ 783772 w 1175657"/>
              <a:gd name="connsiteY12" fmla="*/ 188686 h 1393371"/>
              <a:gd name="connsiteX13" fmla="*/ 725715 w 1175657"/>
              <a:gd name="connsiteY13" fmla="*/ 145143 h 1393371"/>
              <a:gd name="connsiteX14" fmla="*/ 638629 w 1175657"/>
              <a:gd name="connsiteY14" fmla="*/ 87086 h 1393371"/>
              <a:gd name="connsiteX15" fmla="*/ 551543 w 1175657"/>
              <a:gd name="connsiteY15" fmla="*/ 14514 h 1393371"/>
              <a:gd name="connsiteX16" fmla="*/ 508000 w 1175657"/>
              <a:gd name="connsiteY16" fmla="*/ 0 h 1393371"/>
              <a:gd name="connsiteX17" fmla="*/ 290286 w 1175657"/>
              <a:gd name="connsiteY17" fmla="*/ 14514 h 1393371"/>
              <a:gd name="connsiteX18" fmla="*/ 188686 w 1175657"/>
              <a:gd name="connsiteY18" fmla="*/ 43543 h 1393371"/>
              <a:gd name="connsiteX19" fmla="*/ 116115 w 1175657"/>
              <a:gd name="connsiteY19" fmla="*/ 58057 h 1393371"/>
              <a:gd name="connsiteX20" fmla="*/ 58057 w 1175657"/>
              <a:gd name="connsiteY20" fmla="*/ 72571 h 1393371"/>
              <a:gd name="connsiteX21" fmla="*/ 0 w 1175657"/>
              <a:gd name="connsiteY21" fmla="*/ 116114 h 1393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75657" h="1393371">
                <a:moveTo>
                  <a:pt x="1030515" y="1393371"/>
                </a:moveTo>
                <a:cubicBezTo>
                  <a:pt x="1064382" y="1344990"/>
                  <a:pt x="1113440" y="1304255"/>
                  <a:pt x="1132115" y="1248229"/>
                </a:cubicBezTo>
                <a:cubicBezTo>
                  <a:pt x="1170449" y="1133224"/>
                  <a:pt x="1156113" y="1191326"/>
                  <a:pt x="1175657" y="1074057"/>
                </a:cubicBezTo>
                <a:cubicBezTo>
                  <a:pt x="1170819" y="991809"/>
                  <a:pt x="1171799" y="909012"/>
                  <a:pt x="1161143" y="827314"/>
                </a:cubicBezTo>
                <a:cubicBezTo>
                  <a:pt x="1157185" y="796972"/>
                  <a:pt x="1141791" y="769257"/>
                  <a:pt x="1132115" y="740229"/>
                </a:cubicBezTo>
                <a:lnTo>
                  <a:pt x="1088572" y="609600"/>
                </a:lnTo>
                <a:cubicBezTo>
                  <a:pt x="1083734" y="595086"/>
                  <a:pt x="1080899" y="579741"/>
                  <a:pt x="1074057" y="566057"/>
                </a:cubicBezTo>
                <a:cubicBezTo>
                  <a:pt x="1064381" y="546705"/>
                  <a:pt x="1053552" y="527887"/>
                  <a:pt x="1045029" y="508000"/>
                </a:cubicBezTo>
                <a:cubicBezTo>
                  <a:pt x="1030117" y="473205"/>
                  <a:pt x="1026520" y="443219"/>
                  <a:pt x="1016000" y="406400"/>
                </a:cubicBezTo>
                <a:cubicBezTo>
                  <a:pt x="1011797" y="391689"/>
                  <a:pt x="1008328" y="376541"/>
                  <a:pt x="1001486" y="362857"/>
                </a:cubicBezTo>
                <a:cubicBezTo>
                  <a:pt x="993685" y="347255"/>
                  <a:pt x="983624" y="332715"/>
                  <a:pt x="972457" y="319314"/>
                </a:cubicBezTo>
                <a:cubicBezTo>
                  <a:pt x="938325" y="278355"/>
                  <a:pt x="888070" y="240834"/>
                  <a:pt x="841829" y="217714"/>
                </a:cubicBezTo>
                <a:cubicBezTo>
                  <a:pt x="822477" y="208038"/>
                  <a:pt x="802120" y="200153"/>
                  <a:pt x="783772" y="188686"/>
                </a:cubicBezTo>
                <a:cubicBezTo>
                  <a:pt x="763259" y="175865"/>
                  <a:pt x="745533" y="159015"/>
                  <a:pt x="725715" y="145143"/>
                </a:cubicBezTo>
                <a:cubicBezTo>
                  <a:pt x="697134" y="125136"/>
                  <a:pt x="663299" y="111756"/>
                  <a:pt x="638629" y="87086"/>
                </a:cubicBezTo>
                <a:cubicBezTo>
                  <a:pt x="606530" y="54987"/>
                  <a:pt x="591957" y="34721"/>
                  <a:pt x="551543" y="14514"/>
                </a:cubicBezTo>
                <a:cubicBezTo>
                  <a:pt x="537859" y="7672"/>
                  <a:pt x="522514" y="4838"/>
                  <a:pt x="508000" y="0"/>
                </a:cubicBezTo>
                <a:cubicBezTo>
                  <a:pt x="435429" y="4838"/>
                  <a:pt x="362619" y="6900"/>
                  <a:pt x="290286" y="14514"/>
                </a:cubicBezTo>
                <a:cubicBezTo>
                  <a:pt x="243401" y="19449"/>
                  <a:pt x="231201" y="32914"/>
                  <a:pt x="188686" y="43543"/>
                </a:cubicBezTo>
                <a:cubicBezTo>
                  <a:pt x="164753" y="49526"/>
                  <a:pt x="140197" y="52706"/>
                  <a:pt x="116115" y="58057"/>
                </a:cubicBezTo>
                <a:cubicBezTo>
                  <a:pt x="96642" y="62384"/>
                  <a:pt x="77410" y="67733"/>
                  <a:pt x="58057" y="72571"/>
                </a:cubicBezTo>
                <a:cubicBezTo>
                  <a:pt x="8822" y="105395"/>
                  <a:pt x="26850" y="89266"/>
                  <a:pt x="0" y="116114"/>
                </a:cubicBezTo>
              </a:path>
            </a:pathLst>
          </a:custGeom>
          <a:noFill/>
          <a:ln w="1270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Down Arrow 40">
            <a:extLst>
              <a:ext uri="{FF2B5EF4-FFF2-40B4-BE49-F238E27FC236}">
                <a16:creationId xmlns:a16="http://schemas.microsoft.com/office/drawing/2014/main" id="{7ADB0236-17F7-E83D-E73D-52DF946B0F27}"/>
              </a:ext>
            </a:extLst>
          </p:cNvPr>
          <p:cNvSpPr/>
          <p:nvPr/>
        </p:nvSpPr>
        <p:spPr>
          <a:xfrm rot="16200000">
            <a:off x="3451377" y="4312474"/>
            <a:ext cx="484632" cy="613292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Down Arrow 41">
            <a:extLst>
              <a:ext uri="{FF2B5EF4-FFF2-40B4-BE49-F238E27FC236}">
                <a16:creationId xmlns:a16="http://schemas.microsoft.com/office/drawing/2014/main" id="{14742A84-27AD-78E1-BC33-8906E83168EC}"/>
              </a:ext>
            </a:extLst>
          </p:cNvPr>
          <p:cNvSpPr/>
          <p:nvPr/>
        </p:nvSpPr>
        <p:spPr>
          <a:xfrm rot="16200000">
            <a:off x="7693600" y="4306524"/>
            <a:ext cx="484632" cy="613292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4ECC4ABF-D009-954A-7E47-4E7961FB3393}"/>
              </a:ext>
            </a:extLst>
          </p:cNvPr>
          <p:cNvSpPr/>
          <p:nvPr/>
        </p:nvSpPr>
        <p:spPr>
          <a:xfrm rot="12574395">
            <a:off x="4161757" y="3775994"/>
            <a:ext cx="413133" cy="1393371"/>
          </a:xfrm>
          <a:custGeom>
            <a:avLst/>
            <a:gdLst>
              <a:gd name="connsiteX0" fmla="*/ 1030515 w 1175657"/>
              <a:gd name="connsiteY0" fmla="*/ 1393371 h 1393371"/>
              <a:gd name="connsiteX1" fmla="*/ 1132115 w 1175657"/>
              <a:gd name="connsiteY1" fmla="*/ 1248229 h 1393371"/>
              <a:gd name="connsiteX2" fmla="*/ 1175657 w 1175657"/>
              <a:gd name="connsiteY2" fmla="*/ 1074057 h 1393371"/>
              <a:gd name="connsiteX3" fmla="*/ 1161143 w 1175657"/>
              <a:gd name="connsiteY3" fmla="*/ 827314 h 1393371"/>
              <a:gd name="connsiteX4" fmla="*/ 1132115 w 1175657"/>
              <a:gd name="connsiteY4" fmla="*/ 740229 h 1393371"/>
              <a:gd name="connsiteX5" fmla="*/ 1088572 w 1175657"/>
              <a:gd name="connsiteY5" fmla="*/ 609600 h 1393371"/>
              <a:gd name="connsiteX6" fmla="*/ 1074057 w 1175657"/>
              <a:gd name="connsiteY6" fmla="*/ 566057 h 1393371"/>
              <a:gd name="connsiteX7" fmla="*/ 1045029 w 1175657"/>
              <a:gd name="connsiteY7" fmla="*/ 508000 h 1393371"/>
              <a:gd name="connsiteX8" fmla="*/ 1016000 w 1175657"/>
              <a:gd name="connsiteY8" fmla="*/ 406400 h 1393371"/>
              <a:gd name="connsiteX9" fmla="*/ 1001486 w 1175657"/>
              <a:gd name="connsiteY9" fmla="*/ 362857 h 1393371"/>
              <a:gd name="connsiteX10" fmla="*/ 972457 w 1175657"/>
              <a:gd name="connsiteY10" fmla="*/ 319314 h 1393371"/>
              <a:gd name="connsiteX11" fmla="*/ 841829 w 1175657"/>
              <a:gd name="connsiteY11" fmla="*/ 217714 h 1393371"/>
              <a:gd name="connsiteX12" fmla="*/ 783772 w 1175657"/>
              <a:gd name="connsiteY12" fmla="*/ 188686 h 1393371"/>
              <a:gd name="connsiteX13" fmla="*/ 725715 w 1175657"/>
              <a:gd name="connsiteY13" fmla="*/ 145143 h 1393371"/>
              <a:gd name="connsiteX14" fmla="*/ 638629 w 1175657"/>
              <a:gd name="connsiteY14" fmla="*/ 87086 h 1393371"/>
              <a:gd name="connsiteX15" fmla="*/ 551543 w 1175657"/>
              <a:gd name="connsiteY15" fmla="*/ 14514 h 1393371"/>
              <a:gd name="connsiteX16" fmla="*/ 508000 w 1175657"/>
              <a:gd name="connsiteY16" fmla="*/ 0 h 1393371"/>
              <a:gd name="connsiteX17" fmla="*/ 290286 w 1175657"/>
              <a:gd name="connsiteY17" fmla="*/ 14514 h 1393371"/>
              <a:gd name="connsiteX18" fmla="*/ 188686 w 1175657"/>
              <a:gd name="connsiteY18" fmla="*/ 43543 h 1393371"/>
              <a:gd name="connsiteX19" fmla="*/ 116115 w 1175657"/>
              <a:gd name="connsiteY19" fmla="*/ 58057 h 1393371"/>
              <a:gd name="connsiteX20" fmla="*/ 58057 w 1175657"/>
              <a:gd name="connsiteY20" fmla="*/ 72571 h 1393371"/>
              <a:gd name="connsiteX21" fmla="*/ 0 w 1175657"/>
              <a:gd name="connsiteY21" fmla="*/ 116114 h 1393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75657" h="1393371">
                <a:moveTo>
                  <a:pt x="1030515" y="1393371"/>
                </a:moveTo>
                <a:cubicBezTo>
                  <a:pt x="1064382" y="1344990"/>
                  <a:pt x="1113440" y="1304255"/>
                  <a:pt x="1132115" y="1248229"/>
                </a:cubicBezTo>
                <a:cubicBezTo>
                  <a:pt x="1170449" y="1133224"/>
                  <a:pt x="1156113" y="1191326"/>
                  <a:pt x="1175657" y="1074057"/>
                </a:cubicBezTo>
                <a:cubicBezTo>
                  <a:pt x="1170819" y="991809"/>
                  <a:pt x="1171799" y="909012"/>
                  <a:pt x="1161143" y="827314"/>
                </a:cubicBezTo>
                <a:cubicBezTo>
                  <a:pt x="1157185" y="796972"/>
                  <a:pt x="1141791" y="769257"/>
                  <a:pt x="1132115" y="740229"/>
                </a:cubicBezTo>
                <a:lnTo>
                  <a:pt x="1088572" y="609600"/>
                </a:lnTo>
                <a:cubicBezTo>
                  <a:pt x="1083734" y="595086"/>
                  <a:pt x="1080899" y="579741"/>
                  <a:pt x="1074057" y="566057"/>
                </a:cubicBezTo>
                <a:cubicBezTo>
                  <a:pt x="1064381" y="546705"/>
                  <a:pt x="1053552" y="527887"/>
                  <a:pt x="1045029" y="508000"/>
                </a:cubicBezTo>
                <a:cubicBezTo>
                  <a:pt x="1030117" y="473205"/>
                  <a:pt x="1026520" y="443219"/>
                  <a:pt x="1016000" y="406400"/>
                </a:cubicBezTo>
                <a:cubicBezTo>
                  <a:pt x="1011797" y="391689"/>
                  <a:pt x="1008328" y="376541"/>
                  <a:pt x="1001486" y="362857"/>
                </a:cubicBezTo>
                <a:cubicBezTo>
                  <a:pt x="993685" y="347255"/>
                  <a:pt x="983624" y="332715"/>
                  <a:pt x="972457" y="319314"/>
                </a:cubicBezTo>
                <a:cubicBezTo>
                  <a:pt x="938325" y="278355"/>
                  <a:pt x="888070" y="240834"/>
                  <a:pt x="841829" y="217714"/>
                </a:cubicBezTo>
                <a:cubicBezTo>
                  <a:pt x="822477" y="208038"/>
                  <a:pt x="802120" y="200153"/>
                  <a:pt x="783772" y="188686"/>
                </a:cubicBezTo>
                <a:cubicBezTo>
                  <a:pt x="763259" y="175865"/>
                  <a:pt x="745533" y="159015"/>
                  <a:pt x="725715" y="145143"/>
                </a:cubicBezTo>
                <a:cubicBezTo>
                  <a:pt x="697134" y="125136"/>
                  <a:pt x="663299" y="111756"/>
                  <a:pt x="638629" y="87086"/>
                </a:cubicBezTo>
                <a:cubicBezTo>
                  <a:pt x="606530" y="54987"/>
                  <a:pt x="591957" y="34721"/>
                  <a:pt x="551543" y="14514"/>
                </a:cubicBezTo>
                <a:cubicBezTo>
                  <a:pt x="537859" y="7672"/>
                  <a:pt x="522514" y="4838"/>
                  <a:pt x="508000" y="0"/>
                </a:cubicBezTo>
                <a:cubicBezTo>
                  <a:pt x="435429" y="4838"/>
                  <a:pt x="362619" y="6900"/>
                  <a:pt x="290286" y="14514"/>
                </a:cubicBezTo>
                <a:cubicBezTo>
                  <a:pt x="243401" y="19449"/>
                  <a:pt x="231201" y="32914"/>
                  <a:pt x="188686" y="43543"/>
                </a:cubicBezTo>
                <a:cubicBezTo>
                  <a:pt x="164753" y="49526"/>
                  <a:pt x="140197" y="52706"/>
                  <a:pt x="116115" y="58057"/>
                </a:cubicBezTo>
                <a:cubicBezTo>
                  <a:pt x="96642" y="62384"/>
                  <a:pt x="77410" y="67733"/>
                  <a:pt x="58057" y="72571"/>
                </a:cubicBezTo>
                <a:cubicBezTo>
                  <a:pt x="8822" y="105395"/>
                  <a:pt x="26850" y="89266"/>
                  <a:pt x="0" y="116114"/>
                </a:cubicBezTo>
              </a:path>
            </a:pathLst>
          </a:custGeom>
          <a:noFill/>
          <a:ln w="1270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265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35F81-7D85-5C54-22CB-E81CBB88C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13">
            <a:extLst>
              <a:ext uri="{FF2B5EF4-FFF2-40B4-BE49-F238E27FC236}">
                <a16:creationId xmlns:a16="http://schemas.microsoft.com/office/drawing/2014/main" id="{501840C4-9D0C-92A8-D804-462A14192F3B}"/>
              </a:ext>
            </a:extLst>
          </p:cNvPr>
          <p:cNvSpPr/>
          <p:nvPr/>
        </p:nvSpPr>
        <p:spPr>
          <a:xfrm>
            <a:off x="2303312" y="2080144"/>
            <a:ext cx="484632" cy="675907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9372BDB-41B0-F542-9635-9FB9BF7D3B2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dirty="0"/>
              <a:t>Double Rotation: Left Right Rotation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DD773A-B243-8B69-6FC9-93DB197B593C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D444CC98-2661-AB6E-46EC-EEF4A425D5B5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Left Right: Z is a left child of X and bf(Z) &lt; 0 		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X is the node with bf -2 (the right subtree is higher by 2 than the left),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Z is it’s left child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CC8B0CF-D73D-608B-F2C9-89588360C808}"/>
              </a:ext>
            </a:extLst>
          </p:cNvPr>
          <p:cNvSpPr/>
          <p:nvPr/>
        </p:nvSpPr>
        <p:spPr>
          <a:xfrm>
            <a:off x="1828806" y="275522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8AAA10-D2DF-7924-FE96-69362A02DEFB}"/>
              </a:ext>
            </a:extLst>
          </p:cNvPr>
          <p:cNvSpPr/>
          <p:nvPr/>
        </p:nvSpPr>
        <p:spPr>
          <a:xfrm>
            <a:off x="914406" y="4116841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152423F-AA2A-A2B3-947F-F1AD5E7FA5F4}"/>
              </a:ext>
            </a:extLst>
          </p:cNvPr>
          <p:cNvSpPr/>
          <p:nvPr/>
        </p:nvSpPr>
        <p:spPr>
          <a:xfrm>
            <a:off x="1828806" y="5446939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C65111-63F7-1358-9019-328E0897983D}"/>
              </a:ext>
            </a:extLst>
          </p:cNvPr>
          <p:cNvCxnSpPr>
            <a:cxnSpLocks/>
            <a:stCxn id="3" idx="3"/>
            <a:endCxn id="19" idx="1"/>
          </p:cNvCxnSpPr>
          <p:nvPr/>
        </p:nvCxnSpPr>
        <p:spPr>
          <a:xfrm flipH="1">
            <a:off x="1677267" y="3535716"/>
            <a:ext cx="285450" cy="6504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57CBBA-929B-C0E1-A01E-7D3E1B452D52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>
          <a:xfrm>
            <a:off x="1694895" y="4897330"/>
            <a:ext cx="267822" cy="683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own Arrow 14">
            <a:extLst>
              <a:ext uri="{FF2B5EF4-FFF2-40B4-BE49-F238E27FC236}">
                <a16:creationId xmlns:a16="http://schemas.microsoft.com/office/drawing/2014/main" id="{B2D7C87A-9264-6E71-897B-ED48C324249E}"/>
              </a:ext>
            </a:extLst>
          </p:cNvPr>
          <p:cNvSpPr/>
          <p:nvPr/>
        </p:nvSpPr>
        <p:spPr>
          <a:xfrm rot="283351">
            <a:off x="1225975" y="2389406"/>
            <a:ext cx="484632" cy="1659217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008A6B-729D-C1BD-56DB-67CEA9EAC292}"/>
              </a:ext>
            </a:extLst>
          </p:cNvPr>
          <p:cNvSpPr/>
          <p:nvPr/>
        </p:nvSpPr>
        <p:spPr>
          <a:xfrm>
            <a:off x="780495" y="5914025"/>
            <a:ext cx="914400" cy="6181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New node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3FC468-5584-B1E4-5337-15FC19AE7360}"/>
              </a:ext>
            </a:extLst>
          </p:cNvPr>
          <p:cNvSpPr txBox="1"/>
          <p:nvPr/>
        </p:nvSpPr>
        <p:spPr>
          <a:xfrm>
            <a:off x="2570826" y="2660883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06196F-7332-D3BF-4F53-DAC06B00C9A7}"/>
              </a:ext>
            </a:extLst>
          </p:cNvPr>
          <p:cNvSpPr txBox="1"/>
          <p:nvPr/>
        </p:nvSpPr>
        <p:spPr>
          <a:xfrm>
            <a:off x="1677267" y="4001522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807F60-ECA4-0708-82F7-6C7633DD3673}"/>
              </a:ext>
            </a:extLst>
          </p:cNvPr>
          <p:cNvSpPr txBox="1"/>
          <p:nvPr/>
        </p:nvSpPr>
        <p:spPr>
          <a:xfrm>
            <a:off x="2595993" y="5290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FE9E9FC-85F3-8E48-1749-9AB5E761B2AA}"/>
              </a:ext>
            </a:extLst>
          </p:cNvPr>
          <p:cNvSpPr/>
          <p:nvPr/>
        </p:nvSpPr>
        <p:spPr>
          <a:xfrm>
            <a:off x="9269396" y="5499326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7C4A756-245F-7DF1-7A9C-BC9BC6E03EFA}"/>
              </a:ext>
            </a:extLst>
          </p:cNvPr>
          <p:cNvSpPr/>
          <p:nvPr/>
        </p:nvSpPr>
        <p:spPr>
          <a:xfrm>
            <a:off x="10125128" y="4116841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5E89E86-04D0-6A8B-2AAB-BCD8168FC1E4}"/>
              </a:ext>
            </a:extLst>
          </p:cNvPr>
          <p:cNvSpPr/>
          <p:nvPr/>
        </p:nvSpPr>
        <p:spPr>
          <a:xfrm>
            <a:off x="11039528" y="5446939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8145B1F-3370-B1E1-92B7-524EA28AA96F}"/>
              </a:ext>
            </a:extLst>
          </p:cNvPr>
          <p:cNvCxnSpPr>
            <a:cxnSpLocks/>
            <a:stCxn id="29" idx="7"/>
            <a:endCxn id="30" idx="3"/>
          </p:cNvCxnSpPr>
          <p:nvPr/>
        </p:nvCxnSpPr>
        <p:spPr>
          <a:xfrm flipV="1">
            <a:off x="10049885" y="4897330"/>
            <a:ext cx="209154" cy="7359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BDB356-C5E3-DA65-1B72-01D78F30DE89}"/>
              </a:ext>
            </a:extLst>
          </p:cNvPr>
          <p:cNvCxnSpPr>
            <a:cxnSpLocks/>
            <a:stCxn id="30" idx="5"/>
            <a:endCxn id="31" idx="1"/>
          </p:cNvCxnSpPr>
          <p:nvPr/>
        </p:nvCxnSpPr>
        <p:spPr>
          <a:xfrm>
            <a:off x="10905617" y="4897330"/>
            <a:ext cx="267822" cy="683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8503AD9-0D9F-DD4D-8493-3C087EE6E327}"/>
              </a:ext>
            </a:extLst>
          </p:cNvPr>
          <p:cNvSpPr txBox="1"/>
          <p:nvPr/>
        </p:nvSpPr>
        <p:spPr>
          <a:xfrm>
            <a:off x="10054556" y="5412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A3B370-8D57-8582-E74B-3B26074D857B}"/>
              </a:ext>
            </a:extLst>
          </p:cNvPr>
          <p:cNvSpPr txBox="1"/>
          <p:nvPr/>
        </p:nvSpPr>
        <p:spPr>
          <a:xfrm>
            <a:off x="10887989" y="40015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630984-0F9F-DB04-1D5E-FADC4B21E5BC}"/>
              </a:ext>
            </a:extLst>
          </p:cNvPr>
          <p:cNvSpPr txBox="1"/>
          <p:nvPr/>
        </p:nvSpPr>
        <p:spPr>
          <a:xfrm>
            <a:off x="11806715" y="5290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0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A632587A-6741-5717-23A3-23ADEF5F3EA4}"/>
              </a:ext>
            </a:extLst>
          </p:cNvPr>
          <p:cNvSpPr/>
          <p:nvPr/>
        </p:nvSpPr>
        <p:spPr>
          <a:xfrm>
            <a:off x="4383238" y="4370853"/>
            <a:ext cx="1175657" cy="1393371"/>
          </a:xfrm>
          <a:custGeom>
            <a:avLst/>
            <a:gdLst>
              <a:gd name="connsiteX0" fmla="*/ 1030515 w 1175657"/>
              <a:gd name="connsiteY0" fmla="*/ 1393371 h 1393371"/>
              <a:gd name="connsiteX1" fmla="*/ 1132115 w 1175657"/>
              <a:gd name="connsiteY1" fmla="*/ 1248229 h 1393371"/>
              <a:gd name="connsiteX2" fmla="*/ 1175657 w 1175657"/>
              <a:gd name="connsiteY2" fmla="*/ 1074057 h 1393371"/>
              <a:gd name="connsiteX3" fmla="*/ 1161143 w 1175657"/>
              <a:gd name="connsiteY3" fmla="*/ 827314 h 1393371"/>
              <a:gd name="connsiteX4" fmla="*/ 1132115 w 1175657"/>
              <a:gd name="connsiteY4" fmla="*/ 740229 h 1393371"/>
              <a:gd name="connsiteX5" fmla="*/ 1088572 w 1175657"/>
              <a:gd name="connsiteY5" fmla="*/ 609600 h 1393371"/>
              <a:gd name="connsiteX6" fmla="*/ 1074057 w 1175657"/>
              <a:gd name="connsiteY6" fmla="*/ 566057 h 1393371"/>
              <a:gd name="connsiteX7" fmla="*/ 1045029 w 1175657"/>
              <a:gd name="connsiteY7" fmla="*/ 508000 h 1393371"/>
              <a:gd name="connsiteX8" fmla="*/ 1016000 w 1175657"/>
              <a:gd name="connsiteY8" fmla="*/ 406400 h 1393371"/>
              <a:gd name="connsiteX9" fmla="*/ 1001486 w 1175657"/>
              <a:gd name="connsiteY9" fmla="*/ 362857 h 1393371"/>
              <a:gd name="connsiteX10" fmla="*/ 972457 w 1175657"/>
              <a:gd name="connsiteY10" fmla="*/ 319314 h 1393371"/>
              <a:gd name="connsiteX11" fmla="*/ 841829 w 1175657"/>
              <a:gd name="connsiteY11" fmla="*/ 217714 h 1393371"/>
              <a:gd name="connsiteX12" fmla="*/ 783772 w 1175657"/>
              <a:gd name="connsiteY12" fmla="*/ 188686 h 1393371"/>
              <a:gd name="connsiteX13" fmla="*/ 725715 w 1175657"/>
              <a:gd name="connsiteY13" fmla="*/ 145143 h 1393371"/>
              <a:gd name="connsiteX14" fmla="*/ 638629 w 1175657"/>
              <a:gd name="connsiteY14" fmla="*/ 87086 h 1393371"/>
              <a:gd name="connsiteX15" fmla="*/ 551543 w 1175657"/>
              <a:gd name="connsiteY15" fmla="*/ 14514 h 1393371"/>
              <a:gd name="connsiteX16" fmla="*/ 508000 w 1175657"/>
              <a:gd name="connsiteY16" fmla="*/ 0 h 1393371"/>
              <a:gd name="connsiteX17" fmla="*/ 290286 w 1175657"/>
              <a:gd name="connsiteY17" fmla="*/ 14514 h 1393371"/>
              <a:gd name="connsiteX18" fmla="*/ 188686 w 1175657"/>
              <a:gd name="connsiteY18" fmla="*/ 43543 h 1393371"/>
              <a:gd name="connsiteX19" fmla="*/ 116115 w 1175657"/>
              <a:gd name="connsiteY19" fmla="*/ 58057 h 1393371"/>
              <a:gd name="connsiteX20" fmla="*/ 58057 w 1175657"/>
              <a:gd name="connsiteY20" fmla="*/ 72571 h 1393371"/>
              <a:gd name="connsiteX21" fmla="*/ 0 w 1175657"/>
              <a:gd name="connsiteY21" fmla="*/ 116114 h 1393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75657" h="1393371">
                <a:moveTo>
                  <a:pt x="1030515" y="1393371"/>
                </a:moveTo>
                <a:cubicBezTo>
                  <a:pt x="1064382" y="1344990"/>
                  <a:pt x="1113440" y="1304255"/>
                  <a:pt x="1132115" y="1248229"/>
                </a:cubicBezTo>
                <a:cubicBezTo>
                  <a:pt x="1170449" y="1133224"/>
                  <a:pt x="1156113" y="1191326"/>
                  <a:pt x="1175657" y="1074057"/>
                </a:cubicBezTo>
                <a:cubicBezTo>
                  <a:pt x="1170819" y="991809"/>
                  <a:pt x="1171799" y="909012"/>
                  <a:pt x="1161143" y="827314"/>
                </a:cubicBezTo>
                <a:cubicBezTo>
                  <a:pt x="1157185" y="796972"/>
                  <a:pt x="1141791" y="769257"/>
                  <a:pt x="1132115" y="740229"/>
                </a:cubicBezTo>
                <a:lnTo>
                  <a:pt x="1088572" y="609600"/>
                </a:lnTo>
                <a:cubicBezTo>
                  <a:pt x="1083734" y="595086"/>
                  <a:pt x="1080899" y="579741"/>
                  <a:pt x="1074057" y="566057"/>
                </a:cubicBezTo>
                <a:cubicBezTo>
                  <a:pt x="1064381" y="546705"/>
                  <a:pt x="1053552" y="527887"/>
                  <a:pt x="1045029" y="508000"/>
                </a:cubicBezTo>
                <a:cubicBezTo>
                  <a:pt x="1030117" y="473205"/>
                  <a:pt x="1026520" y="443219"/>
                  <a:pt x="1016000" y="406400"/>
                </a:cubicBezTo>
                <a:cubicBezTo>
                  <a:pt x="1011797" y="391689"/>
                  <a:pt x="1008328" y="376541"/>
                  <a:pt x="1001486" y="362857"/>
                </a:cubicBezTo>
                <a:cubicBezTo>
                  <a:pt x="993685" y="347255"/>
                  <a:pt x="983624" y="332715"/>
                  <a:pt x="972457" y="319314"/>
                </a:cubicBezTo>
                <a:cubicBezTo>
                  <a:pt x="938325" y="278355"/>
                  <a:pt x="888070" y="240834"/>
                  <a:pt x="841829" y="217714"/>
                </a:cubicBezTo>
                <a:cubicBezTo>
                  <a:pt x="822477" y="208038"/>
                  <a:pt x="802120" y="200153"/>
                  <a:pt x="783772" y="188686"/>
                </a:cubicBezTo>
                <a:cubicBezTo>
                  <a:pt x="763259" y="175865"/>
                  <a:pt x="745533" y="159015"/>
                  <a:pt x="725715" y="145143"/>
                </a:cubicBezTo>
                <a:cubicBezTo>
                  <a:pt x="697134" y="125136"/>
                  <a:pt x="663299" y="111756"/>
                  <a:pt x="638629" y="87086"/>
                </a:cubicBezTo>
                <a:cubicBezTo>
                  <a:pt x="606530" y="54987"/>
                  <a:pt x="591957" y="34721"/>
                  <a:pt x="551543" y="14514"/>
                </a:cubicBezTo>
                <a:cubicBezTo>
                  <a:pt x="537859" y="7672"/>
                  <a:pt x="522514" y="4838"/>
                  <a:pt x="508000" y="0"/>
                </a:cubicBezTo>
                <a:cubicBezTo>
                  <a:pt x="435429" y="4838"/>
                  <a:pt x="362619" y="6900"/>
                  <a:pt x="290286" y="14514"/>
                </a:cubicBezTo>
                <a:cubicBezTo>
                  <a:pt x="243401" y="19449"/>
                  <a:pt x="231201" y="32914"/>
                  <a:pt x="188686" y="43543"/>
                </a:cubicBezTo>
                <a:cubicBezTo>
                  <a:pt x="164753" y="49526"/>
                  <a:pt x="140197" y="52706"/>
                  <a:pt x="116115" y="58057"/>
                </a:cubicBezTo>
                <a:cubicBezTo>
                  <a:pt x="96642" y="62384"/>
                  <a:pt x="77410" y="67733"/>
                  <a:pt x="58057" y="72571"/>
                </a:cubicBezTo>
                <a:cubicBezTo>
                  <a:pt x="8822" y="105395"/>
                  <a:pt x="26850" y="89266"/>
                  <a:pt x="0" y="116114"/>
                </a:cubicBezTo>
              </a:path>
            </a:pathLst>
          </a:custGeom>
          <a:noFill/>
          <a:ln w="1270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Down Arrow 40">
            <a:extLst>
              <a:ext uri="{FF2B5EF4-FFF2-40B4-BE49-F238E27FC236}">
                <a16:creationId xmlns:a16="http://schemas.microsoft.com/office/drawing/2014/main" id="{F96F0F15-A973-7A7E-CD73-8C5DAE3C3B8C}"/>
              </a:ext>
            </a:extLst>
          </p:cNvPr>
          <p:cNvSpPr/>
          <p:nvPr/>
        </p:nvSpPr>
        <p:spPr>
          <a:xfrm rot="16200000">
            <a:off x="2280264" y="4306524"/>
            <a:ext cx="484632" cy="613292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Down Arrow 41">
            <a:extLst>
              <a:ext uri="{FF2B5EF4-FFF2-40B4-BE49-F238E27FC236}">
                <a16:creationId xmlns:a16="http://schemas.microsoft.com/office/drawing/2014/main" id="{3EC1C205-FD58-7856-D819-1F1299A0062F}"/>
              </a:ext>
            </a:extLst>
          </p:cNvPr>
          <p:cNvSpPr/>
          <p:nvPr/>
        </p:nvSpPr>
        <p:spPr>
          <a:xfrm rot="16200000">
            <a:off x="7475890" y="4306524"/>
            <a:ext cx="484632" cy="613292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825A9259-5D54-5A30-60F9-544613B4A628}"/>
              </a:ext>
            </a:extLst>
          </p:cNvPr>
          <p:cNvSpPr/>
          <p:nvPr/>
        </p:nvSpPr>
        <p:spPr>
          <a:xfrm rot="12574395">
            <a:off x="3146155" y="5188991"/>
            <a:ext cx="413133" cy="1393371"/>
          </a:xfrm>
          <a:custGeom>
            <a:avLst/>
            <a:gdLst>
              <a:gd name="connsiteX0" fmla="*/ 1030515 w 1175657"/>
              <a:gd name="connsiteY0" fmla="*/ 1393371 h 1393371"/>
              <a:gd name="connsiteX1" fmla="*/ 1132115 w 1175657"/>
              <a:gd name="connsiteY1" fmla="*/ 1248229 h 1393371"/>
              <a:gd name="connsiteX2" fmla="*/ 1175657 w 1175657"/>
              <a:gd name="connsiteY2" fmla="*/ 1074057 h 1393371"/>
              <a:gd name="connsiteX3" fmla="*/ 1161143 w 1175657"/>
              <a:gd name="connsiteY3" fmla="*/ 827314 h 1393371"/>
              <a:gd name="connsiteX4" fmla="*/ 1132115 w 1175657"/>
              <a:gd name="connsiteY4" fmla="*/ 740229 h 1393371"/>
              <a:gd name="connsiteX5" fmla="*/ 1088572 w 1175657"/>
              <a:gd name="connsiteY5" fmla="*/ 609600 h 1393371"/>
              <a:gd name="connsiteX6" fmla="*/ 1074057 w 1175657"/>
              <a:gd name="connsiteY6" fmla="*/ 566057 h 1393371"/>
              <a:gd name="connsiteX7" fmla="*/ 1045029 w 1175657"/>
              <a:gd name="connsiteY7" fmla="*/ 508000 h 1393371"/>
              <a:gd name="connsiteX8" fmla="*/ 1016000 w 1175657"/>
              <a:gd name="connsiteY8" fmla="*/ 406400 h 1393371"/>
              <a:gd name="connsiteX9" fmla="*/ 1001486 w 1175657"/>
              <a:gd name="connsiteY9" fmla="*/ 362857 h 1393371"/>
              <a:gd name="connsiteX10" fmla="*/ 972457 w 1175657"/>
              <a:gd name="connsiteY10" fmla="*/ 319314 h 1393371"/>
              <a:gd name="connsiteX11" fmla="*/ 841829 w 1175657"/>
              <a:gd name="connsiteY11" fmla="*/ 217714 h 1393371"/>
              <a:gd name="connsiteX12" fmla="*/ 783772 w 1175657"/>
              <a:gd name="connsiteY12" fmla="*/ 188686 h 1393371"/>
              <a:gd name="connsiteX13" fmla="*/ 725715 w 1175657"/>
              <a:gd name="connsiteY13" fmla="*/ 145143 h 1393371"/>
              <a:gd name="connsiteX14" fmla="*/ 638629 w 1175657"/>
              <a:gd name="connsiteY14" fmla="*/ 87086 h 1393371"/>
              <a:gd name="connsiteX15" fmla="*/ 551543 w 1175657"/>
              <a:gd name="connsiteY15" fmla="*/ 14514 h 1393371"/>
              <a:gd name="connsiteX16" fmla="*/ 508000 w 1175657"/>
              <a:gd name="connsiteY16" fmla="*/ 0 h 1393371"/>
              <a:gd name="connsiteX17" fmla="*/ 290286 w 1175657"/>
              <a:gd name="connsiteY17" fmla="*/ 14514 h 1393371"/>
              <a:gd name="connsiteX18" fmla="*/ 188686 w 1175657"/>
              <a:gd name="connsiteY18" fmla="*/ 43543 h 1393371"/>
              <a:gd name="connsiteX19" fmla="*/ 116115 w 1175657"/>
              <a:gd name="connsiteY19" fmla="*/ 58057 h 1393371"/>
              <a:gd name="connsiteX20" fmla="*/ 58057 w 1175657"/>
              <a:gd name="connsiteY20" fmla="*/ 72571 h 1393371"/>
              <a:gd name="connsiteX21" fmla="*/ 0 w 1175657"/>
              <a:gd name="connsiteY21" fmla="*/ 116114 h 1393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75657" h="1393371">
                <a:moveTo>
                  <a:pt x="1030515" y="1393371"/>
                </a:moveTo>
                <a:cubicBezTo>
                  <a:pt x="1064382" y="1344990"/>
                  <a:pt x="1113440" y="1304255"/>
                  <a:pt x="1132115" y="1248229"/>
                </a:cubicBezTo>
                <a:cubicBezTo>
                  <a:pt x="1170449" y="1133224"/>
                  <a:pt x="1156113" y="1191326"/>
                  <a:pt x="1175657" y="1074057"/>
                </a:cubicBezTo>
                <a:cubicBezTo>
                  <a:pt x="1170819" y="991809"/>
                  <a:pt x="1171799" y="909012"/>
                  <a:pt x="1161143" y="827314"/>
                </a:cubicBezTo>
                <a:cubicBezTo>
                  <a:pt x="1157185" y="796972"/>
                  <a:pt x="1141791" y="769257"/>
                  <a:pt x="1132115" y="740229"/>
                </a:cubicBezTo>
                <a:lnTo>
                  <a:pt x="1088572" y="609600"/>
                </a:lnTo>
                <a:cubicBezTo>
                  <a:pt x="1083734" y="595086"/>
                  <a:pt x="1080899" y="579741"/>
                  <a:pt x="1074057" y="566057"/>
                </a:cubicBezTo>
                <a:cubicBezTo>
                  <a:pt x="1064381" y="546705"/>
                  <a:pt x="1053552" y="527887"/>
                  <a:pt x="1045029" y="508000"/>
                </a:cubicBezTo>
                <a:cubicBezTo>
                  <a:pt x="1030117" y="473205"/>
                  <a:pt x="1026520" y="443219"/>
                  <a:pt x="1016000" y="406400"/>
                </a:cubicBezTo>
                <a:cubicBezTo>
                  <a:pt x="1011797" y="391689"/>
                  <a:pt x="1008328" y="376541"/>
                  <a:pt x="1001486" y="362857"/>
                </a:cubicBezTo>
                <a:cubicBezTo>
                  <a:pt x="993685" y="347255"/>
                  <a:pt x="983624" y="332715"/>
                  <a:pt x="972457" y="319314"/>
                </a:cubicBezTo>
                <a:cubicBezTo>
                  <a:pt x="938325" y="278355"/>
                  <a:pt x="888070" y="240834"/>
                  <a:pt x="841829" y="217714"/>
                </a:cubicBezTo>
                <a:cubicBezTo>
                  <a:pt x="822477" y="208038"/>
                  <a:pt x="802120" y="200153"/>
                  <a:pt x="783772" y="188686"/>
                </a:cubicBezTo>
                <a:cubicBezTo>
                  <a:pt x="763259" y="175865"/>
                  <a:pt x="745533" y="159015"/>
                  <a:pt x="725715" y="145143"/>
                </a:cubicBezTo>
                <a:cubicBezTo>
                  <a:pt x="697134" y="125136"/>
                  <a:pt x="663299" y="111756"/>
                  <a:pt x="638629" y="87086"/>
                </a:cubicBezTo>
                <a:cubicBezTo>
                  <a:pt x="606530" y="54987"/>
                  <a:pt x="591957" y="34721"/>
                  <a:pt x="551543" y="14514"/>
                </a:cubicBezTo>
                <a:cubicBezTo>
                  <a:pt x="537859" y="7672"/>
                  <a:pt x="522514" y="4838"/>
                  <a:pt x="508000" y="0"/>
                </a:cubicBezTo>
                <a:cubicBezTo>
                  <a:pt x="435429" y="4838"/>
                  <a:pt x="362619" y="6900"/>
                  <a:pt x="290286" y="14514"/>
                </a:cubicBezTo>
                <a:cubicBezTo>
                  <a:pt x="243401" y="19449"/>
                  <a:pt x="231201" y="32914"/>
                  <a:pt x="188686" y="43543"/>
                </a:cubicBezTo>
                <a:cubicBezTo>
                  <a:pt x="164753" y="49526"/>
                  <a:pt x="140197" y="52706"/>
                  <a:pt x="116115" y="58057"/>
                </a:cubicBezTo>
                <a:cubicBezTo>
                  <a:pt x="96642" y="62384"/>
                  <a:pt x="77410" y="67733"/>
                  <a:pt x="58057" y="72571"/>
                </a:cubicBezTo>
                <a:cubicBezTo>
                  <a:pt x="8822" y="105395"/>
                  <a:pt x="26850" y="89266"/>
                  <a:pt x="0" y="116114"/>
                </a:cubicBezTo>
              </a:path>
            </a:pathLst>
          </a:custGeom>
          <a:noFill/>
          <a:ln w="1270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5E3FD18-1026-B990-447D-EFFD2BDCFCA5}"/>
              </a:ext>
            </a:extLst>
          </p:cNvPr>
          <p:cNvSpPr/>
          <p:nvPr/>
        </p:nvSpPr>
        <p:spPr>
          <a:xfrm>
            <a:off x="4011219" y="279628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9149FC3-E477-2DF3-8CC6-01559F878ABA}"/>
              </a:ext>
            </a:extLst>
          </p:cNvPr>
          <p:cNvSpPr/>
          <p:nvPr/>
        </p:nvSpPr>
        <p:spPr>
          <a:xfrm>
            <a:off x="3096819" y="415789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8E2ED11-AC61-B185-7A57-54C74C57A6CF}"/>
              </a:ext>
            </a:extLst>
          </p:cNvPr>
          <p:cNvSpPr/>
          <p:nvPr/>
        </p:nvSpPr>
        <p:spPr>
          <a:xfrm>
            <a:off x="4011219" y="5487995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8B6C337-EF3A-A075-5B21-4D8E24AD9CFD}"/>
              </a:ext>
            </a:extLst>
          </p:cNvPr>
          <p:cNvCxnSpPr>
            <a:cxnSpLocks/>
            <a:stCxn id="37" idx="3"/>
            <a:endCxn id="46" idx="1"/>
          </p:cNvCxnSpPr>
          <p:nvPr/>
        </p:nvCxnSpPr>
        <p:spPr>
          <a:xfrm flipH="1">
            <a:off x="3919948" y="3576772"/>
            <a:ext cx="225182" cy="6793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86178D9-7CBC-34AF-C3C3-BF73904CD42C}"/>
              </a:ext>
            </a:extLst>
          </p:cNvPr>
          <p:cNvCxnSpPr>
            <a:cxnSpLocks/>
            <a:stCxn id="38" idx="5"/>
            <a:endCxn id="39" idx="1"/>
          </p:cNvCxnSpPr>
          <p:nvPr/>
        </p:nvCxnSpPr>
        <p:spPr>
          <a:xfrm>
            <a:off x="3877308" y="4938386"/>
            <a:ext cx="267822" cy="683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BD8EA75-8A6C-60C5-14A2-26534AFD417B}"/>
              </a:ext>
            </a:extLst>
          </p:cNvPr>
          <p:cNvSpPr txBox="1"/>
          <p:nvPr/>
        </p:nvSpPr>
        <p:spPr>
          <a:xfrm>
            <a:off x="4753239" y="270193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859ACE-0776-F16F-4B95-C644FF9FB12B}"/>
              </a:ext>
            </a:extLst>
          </p:cNvPr>
          <p:cNvSpPr txBox="1"/>
          <p:nvPr/>
        </p:nvSpPr>
        <p:spPr>
          <a:xfrm>
            <a:off x="3919948" y="4071445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 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91D436-21E5-3536-1240-EBAD43AB6768}"/>
              </a:ext>
            </a:extLst>
          </p:cNvPr>
          <p:cNvSpPr txBox="1"/>
          <p:nvPr/>
        </p:nvSpPr>
        <p:spPr>
          <a:xfrm>
            <a:off x="4778406" y="5331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804871A-8CE8-F63D-C76E-1501DCA19BD1}"/>
              </a:ext>
            </a:extLst>
          </p:cNvPr>
          <p:cNvSpPr/>
          <p:nvPr/>
        </p:nvSpPr>
        <p:spPr>
          <a:xfrm>
            <a:off x="6831796" y="2857025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0334F78-B1F2-C2A0-76D2-E88638DECC90}"/>
              </a:ext>
            </a:extLst>
          </p:cNvPr>
          <p:cNvSpPr/>
          <p:nvPr/>
        </p:nvSpPr>
        <p:spPr>
          <a:xfrm>
            <a:off x="6109426" y="416992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EDC9B55-44F1-393A-88BE-86474F49DDE4}"/>
              </a:ext>
            </a:extLst>
          </p:cNvPr>
          <p:cNvSpPr/>
          <p:nvPr/>
        </p:nvSpPr>
        <p:spPr>
          <a:xfrm>
            <a:off x="5587938" y="5529611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C1102B2-4224-DB7A-AAEA-BEF3653231C0}"/>
              </a:ext>
            </a:extLst>
          </p:cNvPr>
          <p:cNvCxnSpPr>
            <a:cxnSpLocks/>
            <a:stCxn id="49" idx="3"/>
            <a:endCxn id="50" idx="0"/>
          </p:cNvCxnSpPr>
          <p:nvPr/>
        </p:nvCxnSpPr>
        <p:spPr>
          <a:xfrm flipH="1">
            <a:off x="6566626" y="3637514"/>
            <a:ext cx="399081" cy="532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B65C3E4-7D7A-CB84-30FB-986159D560AA}"/>
              </a:ext>
            </a:extLst>
          </p:cNvPr>
          <p:cNvCxnSpPr>
            <a:cxnSpLocks/>
            <a:stCxn id="50" idx="3"/>
            <a:endCxn id="51" idx="0"/>
          </p:cNvCxnSpPr>
          <p:nvPr/>
        </p:nvCxnSpPr>
        <p:spPr>
          <a:xfrm flipH="1">
            <a:off x="6045138" y="4950412"/>
            <a:ext cx="198199" cy="579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B26823D-A24C-AD72-7D31-DE810A823FF7}"/>
              </a:ext>
            </a:extLst>
          </p:cNvPr>
          <p:cNvSpPr txBox="1"/>
          <p:nvPr/>
        </p:nvSpPr>
        <p:spPr>
          <a:xfrm>
            <a:off x="7602843" y="280622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5B9875-44A1-1860-99E8-0C7E9D4813F8}"/>
              </a:ext>
            </a:extLst>
          </p:cNvPr>
          <p:cNvSpPr txBox="1"/>
          <p:nvPr/>
        </p:nvSpPr>
        <p:spPr>
          <a:xfrm>
            <a:off x="6901314" y="4098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2D4F925-60BB-2796-D2E5-C76CE819F4C6}"/>
              </a:ext>
            </a:extLst>
          </p:cNvPr>
          <p:cNvSpPr txBox="1"/>
          <p:nvPr/>
        </p:nvSpPr>
        <p:spPr>
          <a:xfrm>
            <a:off x="6384152" y="54169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0</a:t>
            </a:r>
          </a:p>
        </p:txBody>
      </p:sp>
      <p:sp>
        <p:nvSpPr>
          <p:cNvPr id="65" name="Down Arrow 64">
            <a:extLst>
              <a:ext uri="{FF2B5EF4-FFF2-40B4-BE49-F238E27FC236}">
                <a16:creationId xmlns:a16="http://schemas.microsoft.com/office/drawing/2014/main" id="{E0086D98-DFDE-5EB8-F496-5AA5B54D1212}"/>
              </a:ext>
            </a:extLst>
          </p:cNvPr>
          <p:cNvSpPr/>
          <p:nvPr/>
        </p:nvSpPr>
        <p:spPr>
          <a:xfrm rot="16200000">
            <a:off x="5435226" y="3848622"/>
            <a:ext cx="484632" cy="613292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C684F87-4A60-E8E3-F3A2-F4CED63441B9}"/>
              </a:ext>
            </a:extLst>
          </p:cNvPr>
          <p:cNvSpPr/>
          <p:nvPr/>
        </p:nvSpPr>
        <p:spPr>
          <a:xfrm>
            <a:off x="8843129" y="2931284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F2DDC53-574B-0678-5EFD-BCA03848733A}"/>
              </a:ext>
            </a:extLst>
          </p:cNvPr>
          <p:cNvSpPr/>
          <p:nvPr/>
        </p:nvSpPr>
        <p:spPr>
          <a:xfrm>
            <a:off x="8120759" y="424418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E368688-18EB-AE30-C59B-2BD93F34E475}"/>
              </a:ext>
            </a:extLst>
          </p:cNvPr>
          <p:cNvSpPr/>
          <p:nvPr/>
        </p:nvSpPr>
        <p:spPr>
          <a:xfrm>
            <a:off x="7599271" y="560387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F8A7D2C-A453-573B-BA9F-4724902D33BA}"/>
              </a:ext>
            </a:extLst>
          </p:cNvPr>
          <p:cNvCxnSpPr>
            <a:cxnSpLocks/>
            <a:stCxn id="66" idx="3"/>
            <a:endCxn id="67" idx="0"/>
          </p:cNvCxnSpPr>
          <p:nvPr/>
        </p:nvCxnSpPr>
        <p:spPr>
          <a:xfrm flipH="1">
            <a:off x="8577959" y="3711773"/>
            <a:ext cx="399081" cy="532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E397139-F268-A2E2-6035-89B530B87411}"/>
              </a:ext>
            </a:extLst>
          </p:cNvPr>
          <p:cNvCxnSpPr>
            <a:cxnSpLocks/>
            <a:stCxn id="67" idx="3"/>
            <a:endCxn id="68" idx="0"/>
          </p:cNvCxnSpPr>
          <p:nvPr/>
        </p:nvCxnSpPr>
        <p:spPr>
          <a:xfrm flipH="1">
            <a:off x="8056471" y="5024671"/>
            <a:ext cx="198199" cy="579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096B0D8-1342-DB36-9213-DDB180CAFD0E}"/>
              </a:ext>
            </a:extLst>
          </p:cNvPr>
          <p:cNvSpPr txBox="1"/>
          <p:nvPr/>
        </p:nvSpPr>
        <p:spPr>
          <a:xfrm>
            <a:off x="9614176" y="28804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1033333-6635-0EDB-0189-052B3CBC33B9}"/>
              </a:ext>
            </a:extLst>
          </p:cNvPr>
          <p:cNvSpPr txBox="1"/>
          <p:nvPr/>
        </p:nvSpPr>
        <p:spPr>
          <a:xfrm>
            <a:off x="9101332" y="41724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A623B7B-7AFF-75DC-0F07-3452037DABDE}"/>
              </a:ext>
            </a:extLst>
          </p:cNvPr>
          <p:cNvSpPr txBox="1"/>
          <p:nvPr/>
        </p:nvSpPr>
        <p:spPr>
          <a:xfrm>
            <a:off x="8395485" y="5491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0</a:t>
            </a:r>
          </a:p>
        </p:txBody>
      </p:sp>
      <p:sp>
        <p:nvSpPr>
          <p:cNvPr id="74" name="Down Arrow 73">
            <a:extLst>
              <a:ext uri="{FF2B5EF4-FFF2-40B4-BE49-F238E27FC236}">
                <a16:creationId xmlns:a16="http://schemas.microsoft.com/office/drawing/2014/main" id="{E8EAD23C-DC20-0F3A-5A40-692ABB8A61D8}"/>
              </a:ext>
            </a:extLst>
          </p:cNvPr>
          <p:cNvSpPr/>
          <p:nvPr/>
        </p:nvSpPr>
        <p:spPr>
          <a:xfrm rot="16200000">
            <a:off x="9547390" y="4664678"/>
            <a:ext cx="484632" cy="613292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Freeform 74">
            <a:extLst>
              <a:ext uri="{FF2B5EF4-FFF2-40B4-BE49-F238E27FC236}">
                <a16:creationId xmlns:a16="http://schemas.microsoft.com/office/drawing/2014/main" id="{EC48DB7B-6240-310B-72DA-A793FB208DB0}"/>
              </a:ext>
            </a:extLst>
          </p:cNvPr>
          <p:cNvSpPr/>
          <p:nvPr/>
        </p:nvSpPr>
        <p:spPr>
          <a:xfrm flipH="1">
            <a:off x="7685344" y="3030215"/>
            <a:ext cx="1107487" cy="1393371"/>
          </a:xfrm>
          <a:custGeom>
            <a:avLst/>
            <a:gdLst>
              <a:gd name="connsiteX0" fmla="*/ 1030515 w 1175657"/>
              <a:gd name="connsiteY0" fmla="*/ 1393371 h 1393371"/>
              <a:gd name="connsiteX1" fmla="*/ 1132115 w 1175657"/>
              <a:gd name="connsiteY1" fmla="*/ 1248229 h 1393371"/>
              <a:gd name="connsiteX2" fmla="*/ 1175657 w 1175657"/>
              <a:gd name="connsiteY2" fmla="*/ 1074057 h 1393371"/>
              <a:gd name="connsiteX3" fmla="*/ 1161143 w 1175657"/>
              <a:gd name="connsiteY3" fmla="*/ 827314 h 1393371"/>
              <a:gd name="connsiteX4" fmla="*/ 1132115 w 1175657"/>
              <a:gd name="connsiteY4" fmla="*/ 740229 h 1393371"/>
              <a:gd name="connsiteX5" fmla="*/ 1088572 w 1175657"/>
              <a:gd name="connsiteY5" fmla="*/ 609600 h 1393371"/>
              <a:gd name="connsiteX6" fmla="*/ 1074057 w 1175657"/>
              <a:gd name="connsiteY6" fmla="*/ 566057 h 1393371"/>
              <a:gd name="connsiteX7" fmla="*/ 1045029 w 1175657"/>
              <a:gd name="connsiteY7" fmla="*/ 508000 h 1393371"/>
              <a:gd name="connsiteX8" fmla="*/ 1016000 w 1175657"/>
              <a:gd name="connsiteY8" fmla="*/ 406400 h 1393371"/>
              <a:gd name="connsiteX9" fmla="*/ 1001486 w 1175657"/>
              <a:gd name="connsiteY9" fmla="*/ 362857 h 1393371"/>
              <a:gd name="connsiteX10" fmla="*/ 972457 w 1175657"/>
              <a:gd name="connsiteY10" fmla="*/ 319314 h 1393371"/>
              <a:gd name="connsiteX11" fmla="*/ 841829 w 1175657"/>
              <a:gd name="connsiteY11" fmla="*/ 217714 h 1393371"/>
              <a:gd name="connsiteX12" fmla="*/ 783772 w 1175657"/>
              <a:gd name="connsiteY12" fmla="*/ 188686 h 1393371"/>
              <a:gd name="connsiteX13" fmla="*/ 725715 w 1175657"/>
              <a:gd name="connsiteY13" fmla="*/ 145143 h 1393371"/>
              <a:gd name="connsiteX14" fmla="*/ 638629 w 1175657"/>
              <a:gd name="connsiteY14" fmla="*/ 87086 h 1393371"/>
              <a:gd name="connsiteX15" fmla="*/ 551543 w 1175657"/>
              <a:gd name="connsiteY15" fmla="*/ 14514 h 1393371"/>
              <a:gd name="connsiteX16" fmla="*/ 508000 w 1175657"/>
              <a:gd name="connsiteY16" fmla="*/ 0 h 1393371"/>
              <a:gd name="connsiteX17" fmla="*/ 290286 w 1175657"/>
              <a:gd name="connsiteY17" fmla="*/ 14514 h 1393371"/>
              <a:gd name="connsiteX18" fmla="*/ 188686 w 1175657"/>
              <a:gd name="connsiteY18" fmla="*/ 43543 h 1393371"/>
              <a:gd name="connsiteX19" fmla="*/ 116115 w 1175657"/>
              <a:gd name="connsiteY19" fmla="*/ 58057 h 1393371"/>
              <a:gd name="connsiteX20" fmla="*/ 58057 w 1175657"/>
              <a:gd name="connsiteY20" fmla="*/ 72571 h 1393371"/>
              <a:gd name="connsiteX21" fmla="*/ 0 w 1175657"/>
              <a:gd name="connsiteY21" fmla="*/ 116114 h 1393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75657" h="1393371">
                <a:moveTo>
                  <a:pt x="1030515" y="1393371"/>
                </a:moveTo>
                <a:cubicBezTo>
                  <a:pt x="1064382" y="1344990"/>
                  <a:pt x="1113440" y="1304255"/>
                  <a:pt x="1132115" y="1248229"/>
                </a:cubicBezTo>
                <a:cubicBezTo>
                  <a:pt x="1170449" y="1133224"/>
                  <a:pt x="1156113" y="1191326"/>
                  <a:pt x="1175657" y="1074057"/>
                </a:cubicBezTo>
                <a:cubicBezTo>
                  <a:pt x="1170819" y="991809"/>
                  <a:pt x="1171799" y="909012"/>
                  <a:pt x="1161143" y="827314"/>
                </a:cubicBezTo>
                <a:cubicBezTo>
                  <a:pt x="1157185" y="796972"/>
                  <a:pt x="1141791" y="769257"/>
                  <a:pt x="1132115" y="740229"/>
                </a:cubicBezTo>
                <a:lnTo>
                  <a:pt x="1088572" y="609600"/>
                </a:lnTo>
                <a:cubicBezTo>
                  <a:pt x="1083734" y="595086"/>
                  <a:pt x="1080899" y="579741"/>
                  <a:pt x="1074057" y="566057"/>
                </a:cubicBezTo>
                <a:cubicBezTo>
                  <a:pt x="1064381" y="546705"/>
                  <a:pt x="1053552" y="527887"/>
                  <a:pt x="1045029" y="508000"/>
                </a:cubicBezTo>
                <a:cubicBezTo>
                  <a:pt x="1030117" y="473205"/>
                  <a:pt x="1026520" y="443219"/>
                  <a:pt x="1016000" y="406400"/>
                </a:cubicBezTo>
                <a:cubicBezTo>
                  <a:pt x="1011797" y="391689"/>
                  <a:pt x="1008328" y="376541"/>
                  <a:pt x="1001486" y="362857"/>
                </a:cubicBezTo>
                <a:cubicBezTo>
                  <a:pt x="993685" y="347255"/>
                  <a:pt x="983624" y="332715"/>
                  <a:pt x="972457" y="319314"/>
                </a:cubicBezTo>
                <a:cubicBezTo>
                  <a:pt x="938325" y="278355"/>
                  <a:pt x="888070" y="240834"/>
                  <a:pt x="841829" y="217714"/>
                </a:cubicBezTo>
                <a:cubicBezTo>
                  <a:pt x="822477" y="208038"/>
                  <a:pt x="802120" y="200153"/>
                  <a:pt x="783772" y="188686"/>
                </a:cubicBezTo>
                <a:cubicBezTo>
                  <a:pt x="763259" y="175865"/>
                  <a:pt x="745533" y="159015"/>
                  <a:pt x="725715" y="145143"/>
                </a:cubicBezTo>
                <a:cubicBezTo>
                  <a:pt x="697134" y="125136"/>
                  <a:pt x="663299" y="111756"/>
                  <a:pt x="638629" y="87086"/>
                </a:cubicBezTo>
                <a:cubicBezTo>
                  <a:pt x="606530" y="54987"/>
                  <a:pt x="591957" y="34721"/>
                  <a:pt x="551543" y="14514"/>
                </a:cubicBezTo>
                <a:cubicBezTo>
                  <a:pt x="537859" y="7672"/>
                  <a:pt x="522514" y="4838"/>
                  <a:pt x="508000" y="0"/>
                </a:cubicBezTo>
                <a:cubicBezTo>
                  <a:pt x="435429" y="4838"/>
                  <a:pt x="362619" y="6900"/>
                  <a:pt x="290286" y="14514"/>
                </a:cubicBezTo>
                <a:cubicBezTo>
                  <a:pt x="243401" y="19449"/>
                  <a:pt x="231201" y="32914"/>
                  <a:pt x="188686" y="43543"/>
                </a:cubicBezTo>
                <a:cubicBezTo>
                  <a:pt x="164753" y="49526"/>
                  <a:pt x="140197" y="52706"/>
                  <a:pt x="116115" y="58057"/>
                </a:cubicBezTo>
                <a:cubicBezTo>
                  <a:pt x="96642" y="62384"/>
                  <a:pt x="77410" y="67733"/>
                  <a:pt x="58057" y="72571"/>
                </a:cubicBezTo>
                <a:cubicBezTo>
                  <a:pt x="8822" y="105395"/>
                  <a:pt x="26850" y="89266"/>
                  <a:pt x="0" y="116114"/>
                </a:cubicBezTo>
              </a:path>
            </a:pathLst>
          </a:custGeom>
          <a:noFill/>
          <a:ln w="1270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Freeform 75">
            <a:extLst>
              <a:ext uri="{FF2B5EF4-FFF2-40B4-BE49-F238E27FC236}">
                <a16:creationId xmlns:a16="http://schemas.microsoft.com/office/drawing/2014/main" id="{F3C50E8D-315B-49F9-5809-6DF3EC891AAC}"/>
              </a:ext>
            </a:extLst>
          </p:cNvPr>
          <p:cNvSpPr/>
          <p:nvPr/>
        </p:nvSpPr>
        <p:spPr>
          <a:xfrm rot="10800000" flipH="1">
            <a:off x="9469271" y="3313286"/>
            <a:ext cx="484347" cy="1393371"/>
          </a:xfrm>
          <a:custGeom>
            <a:avLst/>
            <a:gdLst>
              <a:gd name="connsiteX0" fmla="*/ 1030515 w 1175657"/>
              <a:gd name="connsiteY0" fmla="*/ 1393371 h 1393371"/>
              <a:gd name="connsiteX1" fmla="*/ 1132115 w 1175657"/>
              <a:gd name="connsiteY1" fmla="*/ 1248229 h 1393371"/>
              <a:gd name="connsiteX2" fmla="*/ 1175657 w 1175657"/>
              <a:gd name="connsiteY2" fmla="*/ 1074057 h 1393371"/>
              <a:gd name="connsiteX3" fmla="*/ 1161143 w 1175657"/>
              <a:gd name="connsiteY3" fmla="*/ 827314 h 1393371"/>
              <a:gd name="connsiteX4" fmla="*/ 1132115 w 1175657"/>
              <a:gd name="connsiteY4" fmla="*/ 740229 h 1393371"/>
              <a:gd name="connsiteX5" fmla="*/ 1088572 w 1175657"/>
              <a:gd name="connsiteY5" fmla="*/ 609600 h 1393371"/>
              <a:gd name="connsiteX6" fmla="*/ 1074057 w 1175657"/>
              <a:gd name="connsiteY6" fmla="*/ 566057 h 1393371"/>
              <a:gd name="connsiteX7" fmla="*/ 1045029 w 1175657"/>
              <a:gd name="connsiteY7" fmla="*/ 508000 h 1393371"/>
              <a:gd name="connsiteX8" fmla="*/ 1016000 w 1175657"/>
              <a:gd name="connsiteY8" fmla="*/ 406400 h 1393371"/>
              <a:gd name="connsiteX9" fmla="*/ 1001486 w 1175657"/>
              <a:gd name="connsiteY9" fmla="*/ 362857 h 1393371"/>
              <a:gd name="connsiteX10" fmla="*/ 972457 w 1175657"/>
              <a:gd name="connsiteY10" fmla="*/ 319314 h 1393371"/>
              <a:gd name="connsiteX11" fmla="*/ 841829 w 1175657"/>
              <a:gd name="connsiteY11" fmla="*/ 217714 h 1393371"/>
              <a:gd name="connsiteX12" fmla="*/ 783772 w 1175657"/>
              <a:gd name="connsiteY12" fmla="*/ 188686 h 1393371"/>
              <a:gd name="connsiteX13" fmla="*/ 725715 w 1175657"/>
              <a:gd name="connsiteY13" fmla="*/ 145143 h 1393371"/>
              <a:gd name="connsiteX14" fmla="*/ 638629 w 1175657"/>
              <a:gd name="connsiteY14" fmla="*/ 87086 h 1393371"/>
              <a:gd name="connsiteX15" fmla="*/ 551543 w 1175657"/>
              <a:gd name="connsiteY15" fmla="*/ 14514 h 1393371"/>
              <a:gd name="connsiteX16" fmla="*/ 508000 w 1175657"/>
              <a:gd name="connsiteY16" fmla="*/ 0 h 1393371"/>
              <a:gd name="connsiteX17" fmla="*/ 290286 w 1175657"/>
              <a:gd name="connsiteY17" fmla="*/ 14514 h 1393371"/>
              <a:gd name="connsiteX18" fmla="*/ 188686 w 1175657"/>
              <a:gd name="connsiteY18" fmla="*/ 43543 h 1393371"/>
              <a:gd name="connsiteX19" fmla="*/ 116115 w 1175657"/>
              <a:gd name="connsiteY19" fmla="*/ 58057 h 1393371"/>
              <a:gd name="connsiteX20" fmla="*/ 58057 w 1175657"/>
              <a:gd name="connsiteY20" fmla="*/ 72571 h 1393371"/>
              <a:gd name="connsiteX21" fmla="*/ 0 w 1175657"/>
              <a:gd name="connsiteY21" fmla="*/ 116114 h 1393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75657" h="1393371">
                <a:moveTo>
                  <a:pt x="1030515" y="1393371"/>
                </a:moveTo>
                <a:cubicBezTo>
                  <a:pt x="1064382" y="1344990"/>
                  <a:pt x="1113440" y="1304255"/>
                  <a:pt x="1132115" y="1248229"/>
                </a:cubicBezTo>
                <a:cubicBezTo>
                  <a:pt x="1170449" y="1133224"/>
                  <a:pt x="1156113" y="1191326"/>
                  <a:pt x="1175657" y="1074057"/>
                </a:cubicBezTo>
                <a:cubicBezTo>
                  <a:pt x="1170819" y="991809"/>
                  <a:pt x="1171799" y="909012"/>
                  <a:pt x="1161143" y="827314"/>
                </a:cubicBezTo>
                <a:cubicBezTo>
                  <a:pt x="1157185" y="796972"/>
                  <a:pt x="1141791" y="769257"/>
                  <a:pt x="1132115" y="740229"/>
                </a:cubicBezTo>
                <a:lnTo>
                  <a:pt x="1088572" y="609600"/>
                </a:lnTo>
                <a:cubicBezTo>
                  <a:pt x="1083734" y="595086"/>
                  <a:pt x="1080899" y="579741"/>
                  <a:pt x="1074057" y="566057"/>
                </a:cubicBezTo>
                <a:cubicBezTo>
                  <a:pt x="1064381" y="546705"/>
                  <a:pt x="1053552" y="527887"/>
                  <a:pt x="1045029" y="508000"/>
                </a:cubicBezTo>
                <a:cubicBezTo>
                  <a:pt x="1030117" y="473205"/>
                  <a:pt x="1026520" y="443219"/>
                  <a:pt x="1016000" y="406400"/>
                </a:cubicBezTo>
                <a:cubicBezTo>
                  <a:pt x="1011797" y="391689"/>
                  <a:pt x="1008328" y="376541"/>
                  <a:pt x="1001486" y="362857"/>
                </a:cubicBezTo>
                <a:cubicBezTo>
                  <a:pt x="993685" y="347255"/>
                  <a:pt x="983624" y="332715"/>
                  <a:pt x="972457" y="319314"/>
                </a:cubicBezTo>
                <a:cubicBezTo>
                  <a:pt x="938325" y="278355"/>
                  <a:pt x="888070" y="240834"/>
                  <a:pt x="841829" y="217714"/>
                </a:cubicBezTo>
                <a:cubicBezTo>
                  <a:pt x="822477" y="208038"/>
                  <a:pt x="802120" y="200153"/>
                  <a:pt x="783772" y="188686"/>
                </a:cubicBezTo>
                <a:cubicBezTo>
                  <a:pt x="763259" y="175865"/>
                  <a:pt x="745533" y="159015"/>
                  <a:pt x="725715" y="145143"/>
                </a:cubicBezTo>
                <a:cubicBezTo>
                  <a:pt x="697134" y="125136"/>
                  <a:pt x="663299" y="111756"/>
                  <a:pt x="638629" y="87086"/>
                </a:cubicBezTo>
                <a:cubicBezTo>
                  <a:pt x="606530" y="54987"/>
                  <a:pt x="591957" y="34721"/>
                  <a:pt x="551543" y="14514"/>
                </a:cubicBezTo>
                <a:cubicBezTo>
                  <a:pt x="537859" y="7672"/>
                  <a:pt x="522514" y="4838"/>
                  <a:pt x="508000" y="0"/>
                </a:cubicBezTo>
                <a:cubicBezTo>
                  <a:pt x="435429" y="4838"/>
                  <a:pt x="362619" y="6900"/>
                  <a:pt x="290286" y="14514"/>
                </a:cubicBezTo>
                <a:cubicBezTo>
                  <a:pt x="243401" y="19449"/>
                  <a:pt x="231201" y="32914"/>
                  <a:pt x="188686" y="43543"/>
                </a:cubicBezTo>
                <a:cubicBezTo>
                  <a:pt x="164753" y="49526"/>
                  <a:pt x="140197" y="52706"/>
                  <a:pt x="116115" y="58057"/>
                </a:cubicBezTo>
                <a:cubicBezTo>
                  <a:pt x="96642" y="62384"/>
                  <a:pt x="77410" y="67733"/>
                  <a:pt x="58057" y="72571"/>
                </a:cubicBezTo>
                <a:cubicBezTo>
                  <a:pt x="8822" y="105395"/>
                  <a:pt x="26850" y="89266"/>
                  <a:pt x="0" y="116114"/>
                </a:cubicBezTo>
              </a:path>
            </a:pathLst>
          </a:custGeom>
          <a:noFill/>
          <a:ln w="1270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0934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398A8-1707-3793-6A6F-2ADE20118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E31D8E8-3948-B27D-5AB2-774DD5F9B67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Left Rotation in Code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D6676EA-A7E3-F86B-47EA-803796F323D3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b="1" dirty="0" err="1">
                <a:effectLst/>
                <a:latin typeface="Comic Sans MS" panose="030F0902030302020204" pitchFamily="66" charset="0"/>
              </a:rPr>
              <a:t>rotateLeft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::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AVLTree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a -&gt;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AVLTree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a</a:t>
            </a:r>
          </a:p>
          <a:p>
            <a:pPr algn="l"/>
            <a:r>
              <a:rPr lang="en-GB" b="1" dirty="0" err="1">
                <a:effectLst/>
                <a:latin typeface="Comic Sans MS" panose="030F0902030302020204" pitchFamily="66" charset="0"/>
              </a:rPr>
              <a:t>rotateLeft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(Node x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leftX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(Node y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leftY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rightY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_) _) =</a:t>
            </a:r>
          </a:p>
          <a:p>
            <a:pPr algn="l"/>
            <a:r>
              <a:rPr lang="en-GB" b="1" dirty="0">
                <a:effectLst/>
                <a:latin typeface="Comic Sans MS" panose="030F0902030302020204" pitchFamily="66" charset="0"/>
              </a:rPr>
              <a:t>    let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hLeftX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= height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leftX</a:t>
            </a:r>
            <a:endParaRPr lang="en-GB" b="1" dirty="0">
              <a:effectLst/>
              <a:latin typeface="Comic Sans MS" panose="030F0902030302020204" pitchFamily="66" charset="0"/>
            </a:endParaRPr>
          </a:p>
          <a:p>
            <a:pPr algn="l"/>
            <a:r>
              <a:rPr lang="en-GB" b="1" dirty="0">
                <a:effectLst/>
                <a:latin typeface="Comic Sans MS" panose="030F0902030302020204" pitchFamily="66" charset="0"/>
              </a:rPr>
              <a:t>       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hLeftY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= height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leftY</a:t>
            </a:r>
            <a:endParaRPr lang="en-GB" b="1" dirty="0">
              <a:effectLst/>
              <a:latin typeface="Comic Sans MS" panose="030F0902030302020204" pitchFamily="66" charset="0"/>
            </a:endParaRPr>
          </a:p>
          <a:p>
            <a:pPr algn="l"/>
            <a:r>
              <a:rPr lang="en-GB" b="1" dirty="0">
                <a:effectLst/>
                <a:latin typeface="Comic Sans MS" panose="030F0902030302020204" pitchFamily="66" charset="0"/>
              </a:rPr>
              <a:t>       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hRightY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= height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rightY</a:t>
            </a:r>
            <a:endParaRPr lang="en-GB" b="1" dirty="0">
              <a:effectLst/>
              <a:latin typeface="Comic Sans MS" panose="030F0902030302020204" pitchFamily="66" charset="0"/>
            </a:endParaRPr>
          </a:p>
          <a:p>
            <a:pPr algn="l"/>
            <a:r>
              <a:rPr lang="en-GB" b="1" dirty="0">
                <a:effectLst/>
                <a:latin typeface="Comic Sans MS" panose="030F0902030302020204" pitchFamily="66" charset="0"/>
              </a:rPr>
              <a:t>    in Node y (Node x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leftX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leftY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(1 + max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hLeftX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hLeftY</a:t>
            </a:r>
            <a:r>
              <a:rPr lang="en-GB" b="1" dirty="0">
                <a:effectLst/>
                <a:latin typeface="Comic Sans MS" panose="030F0902030302020204" pitchFamily="66" charset="0"/>
              </a:rPr>
              <a:t>))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rightY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(1 + max (1 + </a:t>
            </a:r>
          </a:p>
          <a:p>
            <a:pPr algn="l"/>
            <a:r>
              <a:rPr lang="en-GB" b="1" dirty="0">
                <a:latin typeface="Comic Sans MS" panose="030F0902030302020204" pitchFamily="66" charset="0"/>
              </a:rPr>
              <a:t>						</a:t>
            </a:r>
            <a:r>
              <a:rPr lang="en-GB" b="1" dirty="0">
                <a:effectLst/>
                <a:latin typeface="Comic Sans MS" panose="030F0902030302020204" pitchFamily="66" charset="0"/>
              </a:rPr>
              <a:t>max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hLeftX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hLeftY</a:t>
            </a:r>
            <a:r>
              <a:rPr lang="en-GB" b="1" dirty="0">
                <a:effectLst/>
                <a:latin typeface="Comic Sans MS" panose="030F0902030302020204" pitchFamily="66" charset="0"/>
              </a:rPr>
              <a:t>)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hRightY</a:t>
            </a:r>
            <a:r>
              <a:rPr lang="en-GB" b="1" dirty="0">
                <a:effectLst/>
                <a:latin typeface="Comic Sans MS" panose="030F0902030302020204" pitchFamily="66" charset="0"/>
              </a:rPr>
              <a:t>)</a:t>
            </a:r>
          </a:p>
          <a:p>
            <a:pPr algn="l"/>
            <a:r>
              <a:rPr lang="en-GB" b="1" dirty="0" err="1">
                <a:effectLst/>
                <a:latin typeface="Comic Sans MS" panose="030F0902030302020204" pitchFamily="66" charset="0"/>
              </a:rPr>
              <a:t>rotateLeft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t = t</a:t>
            </a:r>
          </a:p>
          <a:p>
            <a:pPr algn="l"/>
            <a:endParaRPr lang="en-GB" b="1" dirty="0">
              <a:effectLst/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374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F45F4-FC86-32C7-E667-18264CD96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09B94FE-6C59-8E9D-A68F-33A31AF70AD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Right Rotation in Code (just for completeness)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1D0EBAC-FE1C-2E87-D97A-268D53033B97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b="1" dirty="0" err="1">
                <a:effectLst/>
                <a:latin typeface="Comic Sans MS" panose="030F0902030302020204" pitchFamily="66" charset="0"/>
              </a:rPr>
              <a:t>rotateRight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::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AVLTree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a -&gt;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AVLTree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a</a:t>
            </a:r>
          </a:p>
          <a:p>
            <a:pPr algn="l"/>
            <a:r>
              <a:rPr lang="en-GB" b="1" dirty="0" err="1">
                <a:effectLst/>
                <a:latin typeface="Comic Sans MS" panose="030F0902030302020204" pitchFamily="66" charset="0"/>
              </a:rPr>
              <a:t>rotateRight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(Node x (Node y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leftY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rightY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_)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rightX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_) =</a:t>
            </a:r>
          </a:p>
          <a:p>
            <a:pPr algn="l"/>
            <a:r>
              <a:rPr lang="en-GB" b="1" dirty="0">
                <a:effectLst/>
                <a:latin typeface="Comic Sans MS" panose="030F0902030302020204" pitchFamily="66" charset="0"/>
              </a:rPr>
              <a:t>    let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hLeftY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= height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leftY</a:t>
            </a:r>
            <a:endParaRPr lang="en-GB" b="1" dirty="0">
              <a:effectLst/>
              <a:latin typeface="Comic Sans MS" panose="030F0902030302020204" pitchFamily="66" charset="0"/>
            </a:endParaRPr>
          </a:p>
          <a:p>
            <a:pPr algn="l"/>
            <a:r>
              <a:rPr lang="en-GB" b="1" dirty="0">
                <a:effectLst/>
                <a:latin typeface="Comic Sans MS" panose="030F0902030302020204" pitchFamily="66" charset="0"/>
              </a:rPr>
              <a:t>       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hRightY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= height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rightY</a:t>
            </a:r>
            <a:endParaRPr lang="en-GB" b="1" dirty="0">
              <a:effectLst/>
              <a:latin typeface="Comic Sans MS" panose="030F0902030302020204" pitchFamily="66" charset="0"/>
            </a:endParaRPr>
          </a:p>
          <a:p>
            <a:pPr algn="l"/>
            <a:r>
              <a:rPr lang="en-GB" b="1" dirty="0">
                <a:effectLst/>
                <a:latin typeface="Comic Sans MS" panose="030F0902030302020204" pitchFamily="66" charset="0"/>
              </a:rPr>
              <a:t>       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hRightX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= height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rightX</a:t>
            </a:r>
            <a:endParaRPr lang="en-GB" b="1" dirty="0">
              <a:effectLst/>
              <a:latin typeface="Comic Sans MS" panose="030F0902030302020204" pitchFamily="66" charset="0"/>
            </a:endParaRPr>
          </a:p>
          <a:p>
            <a:pPr algn="l"/>
            <a:r>
              <a:rPr lang="en-GB" b="1" dirty="0">
                <a:effectLst/>
                <a:latin typeface="Comic Sans MS" panose="030F0902030302020204" pitchFamily="66" charset="0"/>
              </a:rPr>
              <a:t>    in Node y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leftY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(Node x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rightY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rightX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(1 + max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hRightY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hRightX</a:t>
            </a:r>
            <a:r>
              <a:rPr lang="en-GB" b="1" dirty="0">
                <a:effectLst/>
                <a:latin typeface="Comic Sans MS" panose="030F0902030302020204" pitchFamily="66" charset="0"/>
              </a:rPr>
              <a:t>)) (1 + max </a:t>
            </a:r>
          </a:p>
          <a:p>
            <a:pPr algn="l"/>
            <a:r>
              <a:rPr lang="en-GB" b="1" dirty="0">
                <a:latin typeface="Comic Sans MS" panose="030F0902030302020204" pitchFamily="66" charset="0"/>
              </a:rPr>
              <a:t>					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hLeftY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(1 + max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hRightY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</a:t>
            </a:r>
            <a:r>
              <a:rPr lang="en-GB" b="1" dirty="0" err="1">
                <a:effectLst/>
                <a:latin typeface="Comic Sans MS" panose="030F0902030302020204" pitchFamily="66" charset="0"/>
              </a:rPr>
              <a:t>hRightX</a:t>
            </a:r>
            <a:r>
              <a:rPr lang="en-GB" b="1" dirty="0">
                <a:effectLst/>
                <a:latin typeface="Comic Sans MS" panose="030F0902030302020204" pitchFamily="66" charset="0"/>
              </a:rPr>
              <a:t>))</a:t>
            </a:r>
          </a:p>
          <a:p>
            <a:pPr algn="l"/>
            <a:r>
              <a:rPr lang="en-GB" b="1" dirty="0" err="1">
                <a:effectLst/>
                <a:latin typeface="Comic Sans MS" panose="030F0902030302020204" pitchFamily="66" charset="0"/>
              </a:rPr>
              <a:t>rotateRight</a:t>
            </a:r>
            <a:r>
              <a:rPr lang="en-GB" b="1" dirty="0">
                <a:effectLst/>
                <a:latin typeface="Comic Sans MS" panose="030F0902030302020204" pitchFamily="66" charset="0"/>
              </a:rPr>
              <a:t> t = t</a:t>
            </a:r>
          </a:p>
          <a:p>
            <a:pPr algn="l"/>
            <a:br>
              <a:rPr lang="en-GB" dirty="0">
                <a:effectLst/>
                <a:latin typeface="Comic Sans MS" panose="030F0902030302020204" pitchFamily="66" charset="0"/>
              </a:rPr>
            </a:br>
            <a:endParaRPr lang="en-GB" b="1" dirty="0">
              <a:effectLst/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179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9DC79-899E-CCAF-6D61-E7689B9FB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F110E07-198F-E247-05E3-597F1DA8C10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Let’s look at insert then! Slide 1 of 3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4BACDA1-CF68-518C-009B-0F37417ECD26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know we’ll need to adjust the node height</a:t>
            </a:r>
          </a:p>
          <a:p>
            <a:pPr algn="l"/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updateHeight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::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AVLTree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a -&gt;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AVLTree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a </a:t>
            </a:r>
          </a:p>
          <a:p>
            <a:pPr algn="l"/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updateHeight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Empty = Empty </a:t>
            </a:r>
          </a:p>
          <a:p>
            <a:pPr algn="l"/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updateHeight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(Node value left right _) = Node value left right (1 + max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	(height left) (height right))</a:t>
            </a:r>
          </a:p>
          <a:p>
            <a:pPr algn="l"/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394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5CE3B-C2F9-7EF5-0F66-5DFBB3882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9309450-3936-A480-6D40-DBD8DAA71E7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Let’s look at insert then! Slide 2 of 3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0046F4F-1E6C-6180-5717-D2449A284270}"/>
              </a:ext>
            </a:extLst>
          </p:cNvPr>
          <p:cNvSpPr txBox="1">
            <a:spLocks/>
          </p:cNvSpPr>
          <p:nvPr/>
        </p:nvSpPr>
        <p:spPr>
          <a:xfrm>
            <a:off x="362299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we need to balance things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balance ::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AVLTree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a -&gt;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AVLTree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a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balance (Node x left right h)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|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balanceFactor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(Node x left right h) &gt; 1 &amp;&amp;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balanceFactor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left &gt;= 0 =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	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rotateRight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(Node x left right h)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|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balanceFactor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(Node x left right h) &gt; 1 =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rotateRight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(Node x (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rotateLeft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	left) right (height (Node x left right h)))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|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balanceFactor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(Node x left right h) &lt; -1 &amp;&amp;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balanceFactor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right &lt;= 0 =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	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rotateLeft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(Node x left right h)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|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balanceFactor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(Node x left right h) &lt; -1 =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rotateLeft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(Node x left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	(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rotateRight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right) (height (Node x left right h)))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| otherwise = (Node x left right h)</a:t>
            </a:r>
          </a:p>
          <a:p>
            <a:pPr algn="l"/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639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37F82-09DD-279B-EA02-7D638217A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56183E-B5C5-0313-5E82-4CBC2D70F35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Let’s look at insert then! Slide 1 of 3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C6B1262-E0D9-C9C6-502A-31C6705AE9FC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then put it all together for insert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insert :: Ord a =&gt; a -&gt;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AVLTree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a -&gt;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AVLTree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a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insert x Empty = Node x Empty Empty 1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insert x (Node y left right h)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| x &lt; y = balance ( Node y (insert x left) right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	(1 + max (height (insert x left)) (height right)))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| x &gt; y = balance ( Node y left (insert x right)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	(1 + max (height left) (height (insert x right))))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| otherwise = Node y left right h  -- If x == y, we don’t insert duplicates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190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A169D-D668-5466-715C-06313336A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168D285-6E84-A543-3C65-DE29239E2A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Deleting nodes: this is also trouble!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7D15CD-07DD-88E8-BDD3-58F17BBABE7E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Like insert, delete can also cause imbalance so any implementation of delete will also need to rebalance the tree.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is possibly even more difficult to implement as a node can be deleted anywhere, whereas insert adds a new leaf.  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148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F6472-D2E5-A936-2F95-E57B1C2AC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6F48F78-1A85-0B5F-B28A-BC989B91BF3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Partial and total functions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Subtitle 2">
                <a:extLst>
                  <a:ext uri="{FF2B5EF4-FFF2-40B4-BE49-F238E27FC236}">
                    <a16:creationId xmlns:a16="http://schemas.microsoft.com/office/drawing/2014/main" id="{85AFD2F4-8B2A-0C82-46D0-40B010FF4E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6813" y="1206274"/>
                <a:ext cx="11716378" cy="4656554"/>
              </a:xfrm>
              <a:prstGeom prst="rect">
                <a:avLst/>
              </a:prstGeom>
            </p:spPr>
            <p:txBody>
              <a:bodyPr/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 bit more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maths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!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 functions we have considered so far were all ‘total’</a:t>
                </a:r>
              </a:p>
              <a:p>
                <a:pPr marL="800100" lvl="1" indent="-342900" algn="l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For every input there was an output </a:t>
                </a:r>
              </a:p>
              <a:p>
                <a:pPr marL="800100" lvl="1" indent="-342900" algn="l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or we ignored it by assuming valid inputs 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 partial function is a function that is only defined for some inputs in its domain, and may return an invalid output or no output at all for other inputs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Examples:</a:t>
                </a:r>
                <a:endParaRPr lang="en-US" dirty="0"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b="1" dirty="0">
                    <a:latin typeface="Comic Sans MS" panose="030F0902030302020204" pitchFamily="66" charset="0"/>
                    <a:cs typeface="Arial" panose="020B0604020202020204" pitchFamily="34" charset="0"/>
                  </a:rPr>
                  <a:t> 	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or	</a:t>
                </a:r>
                <a:r>
                  <a:rPr lang="en-GB" b="1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n-GB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</m:rad>
                  </m:oMath>
                </a14:m>
                <a:endParaRPr lang="en-US" b="1" dirty="0"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Comic Sans MS" panose="030F0902030302020204" pitchFamily="66" charset="0"/>
                    <a:cs typeface="Arial" panose="020B0604020202020204" pitchFamily="34" charset="0"/>
                  </a:rPr>
                  <a:t>Total for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ℝ</m:t>
                    </m:r>
                  </m:oMath>
                </a14:m>
                <a:r>
                  <a:rPr lang="en-US" b="1" dirty="0">
                    <a:latin typeface="Comic Sans MS" panose="030F0902030302020204" pitchFamily="66" charset="0"/>
                    <a:cs typeface="Arial" panose="020B0604020202020204" pitchFamily="34" charset="0"/>
                  </a:rPr>
                  <a:t> -&gt;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ℝ</m:t>
                    </m:r>
                  </m:oMath>
                </a14:m>
                <a:r>
                  <a:rPr lang="en-US" b="1" dirty="0">
                    <a:latin typeface="Comic Sans MS" panose="030F0902030302020204" pitchFamily="66" charset="0"/>
                    <a:cs typeface="Arial" panose="020B0604020202020204" pitchFamily="34" charset="0"/>
                  </a:rPr>
                  <a:t>, partial for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ℕ</m:t>
                    </m:r>
                  </m:oMath>
                </a14:m>
                <a:r>
                  <a:rPr lang="en-US" b="1" dirty="0">
                    <a:latin typeface="Comic Sans MS" panose="030F0902030302020204" pitchFamily="66" charset="0"/>
                    <a:cs typeface="Arial" panose="020B0604020202020204" pitchFamily="34" charset="0"/>
                  </a:rPr>
                  <a:t> -&gt;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ℕ</m:t>
                    </m:r>
                  </m:oMath>
                </a14:m>
                <a:endParaRPr lang="en-US" b="1" dirty="0"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endParaRPr lang="en-US" b="1" dirty="0"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  <a:p>
                <a:pPr algn="l"/>
                <a:endParaRPr lang="en-US" b="1" dirty="0"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Subtitle 2">
                <a:extLst>
                  <a:ext uri="{FF2B5EF4-FFF2-40B4-BE49-F238E27FC236}">
                    <a16:creationId xmlns:a16="http://schemas.microsoft.com/office/drawing/2014/main" id="{85AFD2F4-8B2A-0C82-46D0-40B010FF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13" y="1206274"/>
                <a:ext cx="11716378" cy="4656554"/>
              </a:xfrm>
              <a:prstGeom prst="rect">
                <a:avLst/>
              </a:prstGeom>
              <a:blipFill>
                <a:blip r:embed="rId3"/>
                <a:stretch>
                  <a:fillRect l="-649" t="-19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diagram of a function and partial rotation&#10;&#10;Description automatically generated with medium confidence">
            <a:extLst>
              <a:ext uri="{FF2B5EF4-FFF2-40B4-BE49-F238E27FC236}">
                <a16:creationId xmlns:a16="http://schemas.microsoft.com/office/drawing/2014/main" id="{995E631F-782E-757C-9F5D-75165EE9BE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3949926"/>
            <a:ext cx="5214214" cy="278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188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B984-8380-D7BB-DA5E-2C971029B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5269D0-E56A-A251-1BCE-2C569A97310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Why should we care (unless we want to do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maths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?)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937FCA6-63C8-9E3D-8C77-9B18797060C3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Partial functions are only defined for some inputs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 they are ’magically’ capturing scenarios with invalid inputs!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Consider a function that needs a credit card number or a phone number as input; if the input is something else it should return an error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 a function that converts a Char to an Int (not to the ASCII/ Unicode value, but the character ‘1’ to 1.) If you try to convert ‘a’ it should give an error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some programming languages you might use a NULL pointer for this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e.g. Java would return a NULL pointer when it can’t find an object you refer to</a:t>
            </a:r>
          </a:p>
        </p:txBody>
      </p:sp>
    </p:spTree>
    <p:extLst>
      <p:ext uri="{BB962C8B-B14F-4D97-AF65-F5344CB8AC3E}">
        <p14:creationId xmlns:p14="http://schemas.microsoft.com/office/powerpoint/2010/main" val="3461540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EDF2B-F146-8999-A8E0-C5325CDDF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C53DA2A-BDC3-289B-7B12-C7E3EC82A64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The return of the Higher-order function!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A276AA-9698-C3DE-F000-EC727CCC99E1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Recall: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Definition: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higher-order function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a function that takes a function as input and/or returns a function as output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So, we need to parametrize the order function in our sort algorithms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Let’s fix the type signatures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quicksort :: Ord a =&gt; (a -&gt; a -&gt; Bool) -&gt; [a] –&gt; [a]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insertsort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:: Ord a =&gt; (a -&gt; a -&gt; Bool) -&gt; [a] –&gt; [a]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015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9F706-9231-6B27-2DB2-7D3A3709D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FAD2B86-BA61-6D20-DA04-036D9056F8A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Tail and head from prelude</a:t>
            </a:r>
            <a:endParaRPr kumimoji="0" lang="en-GB" sz="3200" b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902030302020204" pitchFamily="66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240931E-2925-A8E6-3FCB-1469FE27F1FD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Try calling head or tail on an empty list …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 and it fails with an error as it is not defined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head :: [a] -&gt; a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tail :: [a] -&gt; [a]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close up of a list&#10;&#10;Description automatically generated">
            <a:extLst>
              <a:ext uri="{FF2B5EF4-FFF2-40B4-BE49-F238E27FC236}">
                <a16:creationId xmlns:a16="http://schemas.microsoft.com/office/drawing/2014/main" id="{19FE64E9-4423-0376-FA18-81B55E2C6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063" y="1743713"/>
            <a:ext cx="7772400" cy="142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26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F4C41-D741-8EFA-6811-048F32205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A9C379-76C6-946E-1117-D45E4F8FAA9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Say hello to </a:t>
            </a:r>
            <a:r>
              <a:rPr kumimoji="0" lang="en-US" sz="32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902030302020204" pitchFamily="66" charset="0"/>
              </a:rPr>
              <a:t>Maybe</a:t>
            </a:r>
            <a:endParaRPr kumimoji="0" lang="en-GB" sz="3200" b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902030302020204" pitchFamily="66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6FAFF65-4878-D8B2-9FBF-5F07936C8A68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Haskell can define partial functions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is done with a data type called Maybe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data Maybe a = Just a | Nothing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now write a safe ‘head’ function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safeHead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:: [a] -&gt; Maybe a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safeHead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[] = Nothing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safeHead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(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x:xs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) = Just x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9759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ilhouette of hands reaching for each other&#10;&#10;Description automatically generated">
            <a:extLst>
              <a:ext uri="{FF2B5EF4-FFF2-40B4-BE49-F238E27FC236}">
                <a16:creationId xmlns:a16="http://schemas.microsoft.com/office/drawing/2014/main" id="{17485674-0231-FE7E-94A5-30800070E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568672" y="679513"/>
            <a:ext cx="7772400" cy="54989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E93885-6734-4396-B14A-15554DAF8343}"/>
              </a:ext>
            </a:extLst>
          </p:cNvPr>
          <p:cNvSpPr txBox="1"/>
          <p:nvPr/>
        </p:nvSpPr>
        <p:spPr>
          <a:xfrm>
            <a:off x="1568672" y="6178486"/>
            <a:ext cx="7772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>
                <a:hlinkClick r:id="rId3" tooltip="https://sansdosage.blogspot.com/2011/04/asking-for-help.html"/>
              </a:rPr>
              <a:t>This Photo</a:t>
            </a:r>
            <a:r>
              <a:rPr lang="en-GB" sz="900"/>
              <a:t> by Unknown Author is licensed under </a:t>
            </a:r>
            <a:r>
              <a:rPr lang="en-GB" sz="900">
                <a:hlinkClick r:id="rId4" tooltip="https://creativecommons.org/licenses/by-nc-sa/3.0/"/>
              </a:rPr>
              <a:t>CC BY-SA-NC</a:t>
            </a:r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3830310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D8FFA-EE68-C367-4D1D-4554D6899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E829499-07E5-4630-A7BE-A22BAC8044F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dirty="0"/>
              <a:t>Grammar for (simple) Math Expressions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52EFDA9-C093-EC7F-DD9B-2A4C78ADA48C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3A49953-BE89-27E2-41BF-3898DBF04E2B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help you with Coursework Part 1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grammar captures the structure of ‘languages’; it gives you a structure for writing functions to work (in this case) with algebraic expressions with integers; think of them as ‘rewrite rules’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Grammars are not specific to functional programming </a:t>
            </a:r>
          </a:p>
          <a:p>
            <a:pPr algn="l"/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	&lt;expression&gt; ::= &lt;term&gt;</a:t>
            </a:r>
          </a:p>
          <a:p>
            <a:pPr algn="l"/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	&lt;expression&gt; ::= &lt;expression + &lt;term&gt;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	&lt;expression&gt; ::= &lt;expression - &lt;term&gt;</a:t>
            </a:r>
          </a:p>
          <a:p>
            <a:pPr algn="l"/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	&lt;term&gt; ::= &lt;factor&gt;</a:t>
            </a:r>
          </a:p>
          <a:p>
            <a:pPr algn="l"/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	&lt;term&gt; ::= &lt;term&gt; * &lt;factor&gt;</a:t>
            </a:r>
          </a:p>
          <a:p>
            <a:pPr algn="l"/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	&lt;term&gt; ::= &lt;term&gt; / &lt;factor&gt;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	&lt;factor&gt; ::= &lt;non-negative integer&gt;</a:t>
            </a:r>
          </a:p>
          <a:p>
            <a:pPr algn="l"/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01CEE5-CC62-7497-33E8-CAC487BD41F6}"/>
              </a:ext>
            </a:extLst>
          </p:cNvPr>
          <p:cNvSpPr/>
          <p:nvPr/>
        </p:nvSpPr>
        <p:spPr>
          <a:xfrm>
            <a:off x="7610091" y="4210515"/>
            <a:ext cx="1711709" cy="419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expression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7B95604-11E5-984F-D1AE-C2E2176BBF47}"/>
              </a:ext>
            </a:extLst>
          </p:cNvPr>
          <p:cNvSpPr/>
          <p:nvPr/>
        </p:nvSpPr>
        <p:spPr>
          <a:xfrm>
            <a:off x="9916537" y="4223915"/>
            <a:ext cx="1348363" cy="419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term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9DBA56-177A-EECE-0D6E-0516E758D259}"/>
              </a:ext>
            </a:extLst>
          </p:cNvPr>
          <p:cNvSpPr txBox="1"/>
          <p:nvPr/>
        </p:nvSpPr>
        <p:spPr>
          <a:xfrm>
            <a:off x="9994446" y="2962800"/>
            <a:ext cx="978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2 + 3 * 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1A6110-042F-4B44-88B0-380983CDCCA3}"/>
              </a:ext>
            </a:extLst>
          </p:cNvPr>
          <p:cNvSpPr/>
          <p:nvPr/>
        </p:nvSpPr>
        <p:spPr>
          <a:xfrm>
            <a:off x="9411328" y="4192865"/>
            <a:ext cx="429009" cy="419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175188D-1CA9-F7BD-0891-096E036DDF88}"/>
              </a:ext>
            </a:extLst>
          </p:cNvPr>
          <p:cNvSpPr/>
          <p:nvPr/>
        </p:nvSpPr>
        <p:spPr>
          <a:xfrm>
            <a:off x="8691023" y="3485226"/>
            <a:ext cx="1711709" cy="419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expression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06C35D-E587-81C8-380A-5C55BF18E9F1}"/>
              </a:ext>
            </a:extLst>
          </p:cNvPr>
          <p:cNvSpPr/>
          <p:nvPr/>
        </p:nvSpPr>
        <p:spPr>
          <a:xfrm>
            <a:off x="9192951" y="4869776"/>
            <a:ext cx="1348363" cy="419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term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E84766-07DE-4B2C-F24B-6B50D51D6DEC}"/>
              </a:ext>
            </a:extLst>
          </p:cNvPr>
          <p:cNvSpPr/>
          <p:nvPr/>
        </p:nvSpPr>
        <p:spPr>
          <a:xfrm>
            <a:off x="10590718" y="4869776"/>
            <a:ext cx="429009" cy="419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4446FE6-0FD5-07E7-EB59-26FA2374315C}"/>
              </a:ext>
            </a:extLst>
          </p:cNvPr>
          <p:cNvSpPr/>
          <p:nvPr/>
        </p:nvSpPr>
        <p:spPr>
          <a:xfrm>
            <a:off x="11470891" y="5520154"/>
            <a:ext cx="596585" cy="419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1768BA2-078B-C46A-F9E0-E78D52B5298D}"/>
              </a:ext>
            </a:extLst>
          </p:cNvPr>
          <p:cNvSpPr/>
          <p:nvPr/>
        </p:nvSpPr>
        <p:spPr>
          <a:xfrm>
            <a:off x="11089890" y="4864897"/>
            <a:ext cx="1052705" cy="419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factor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66DB0B8-6401-C310-24AD-D326B3046F2B}"/>
              </a:ext>
            </a:extLst>
          </p:cNvPr>
          <p:cNvSpPr/>
          <p:nvPr/>
        </p:nvSpPr>
        <p:spPr>
          <a:xfrm>
            <a:off x="9714733" y="6256980"/>
            <a:ext cx="318394" cy="419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D5BD8CA-5F2E-35B4-E71E-CEA9F947D0BF}"/>
              </a:ext>
            </a:extLst>
          </p:cNvPr>
          <p:cNvSpPr/>
          <p:nvPr/>
        </p:nvSpPr>
        <p:spPr>
          <a:xfrm>
            <a:off x="9204116" y="5638099"/>
            <a:ext cx="1348363" cy="419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factor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6540B29-A6FF-4050-EB5B-B8B052C57287}"/>
              </a:ext>
            </a:extLst>
          </p:cNvPr>
          <p:cNvSpPr/>
          <p:nvPr/>
        </p:nvSpPr>
        <p:spPr>
          <a:xfrm>
            <a:off x="7706911" y="4906119"/>
            <a:ext cx="1348363" cy="419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term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C10A42-8F5C-B7C4-CB49-F9485BAB9528}"/>
              </a:ext>
            </a:extLst>
          </p:cNvPr>
          <p:cNvSpPr/>
          <p:nvPr/>
        </p:nvSpPr>
        <p:spPr>
          <a:xfrm>
            <a:off x="8233967" y="6256980"/>
            <a:ext cx="318394" cy="419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D1082D9-7036-95A3-F429-979A5C234243}"/>
              </a:ext>
            </a:extLst>
          </p:cNvPr>
          <p:cNvSpPr/>
          <p:nvPr/>
        </p:nvSpPr>
        <p:spPr>
          <a:xfrm>
            <a:off x="7718983" y="5616302"/>
            <a:ext cx="1348363" cy="419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factor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088FC87-6718-341C-F834-B8E99ABEAC62}"/>
              </a:ext>
            </a:extLst>
          </p:cNvPr>
          <p:cNvCxnSpPr>
            <a:endCxn id="9" idx="0"/>
          </p:cNvCxnSpPr>
          <p:nvPr/>
        </p:nvCxnSpPr>
        <p:spPr>
          <a:xfrm>
            <a:off x="9563100" y="3892972"/>
            <a:ext cx="62733" cy="2998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87E1391-EA6E-2519-EABE-2F8C9D770D3E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>
            <a:off x="9546878" y="3904326"/>
            <a:ext cx="1043841" cy="319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A141CFD-4788-99E3-D334-918B981A53A4}"/>
              </a:ext>
            </a:extLst>
          </p:cNvPr>
          <p:cNvCxnSpPr>
            <a:cxnSpLocks/>
          </p:cNvCxnSpPr>
          <p:nvPr/>
        </p:nvCxnSpPr>
        <p:spPr>
          <a:xfrm>
            <a:off x="9550122" y="3892972"/>
            <a:ext cx="1034108" cy="3309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658D2AF-248D-5459-18BC-8B8DE4C07138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8465946" y="3892972"/>
            <a:ext cx="1077687" cy="3175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2B7977F-641B-2B34-34EA-5F840146E8AC}"/>
              </a:ext>
            </a:extLst>
          </p:cNvPr>
          <p:cNvCxnSpPr>
            <a:cxnSpLocks/>
            <a:stCxn id="6" idx="4"/>
            <a:endCxn id="17" idx="0"/>
          </p:cNvCxnSpPr>
          <p:nvPr/>
        </p:nvCxnSpPr>
        <p:spPr>
          <a:xfrm flipH="1">
            <a:off x="8381093" y="4629615"/>
            <a:ext cx="84853" cy="2765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2774293-7132-5A8F-ED2C-74AA0FDA5C69}"/>
              </a:ext>
            </a:extLst>
          </p:cNvPr>
          <p:cNvCxnSpPr>
            <a:cxnSpLocks/>
            <a:stCxn id="17" idx="4"/>
            <a:endCxn id="19" idx="0"/>
          </p:cNvCxnSpPr>
          <p:nvPr/>
        </p:nvCxnSpPr>
        <p:spPr>
          <a:xfrm>
            <a:off x="8381093" y="5325219"/>
            <a:ext cx="12072" cy="29108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6E267A2-78E8-FF2A-03A3-574B155E59AB}"/>
              </a:ext>
            </a:extLst>
          </p:cNvPr>
          <p:cNvCxnSpPr>
            <a:cxnSpLocks/>
            <a:stCxn id="19" idx="4"/>
            <a:endCxn id="18" idx="0"/>
          </p:cNvCxnSpPr>
          <p:nvPr/>
        </p:nvCxnSpPr>
        <p:spPr>
          <a:xfrm flipH="1">
            <a:off x="8393164" y="6035402"/>
            <a:ext cx="1" cy="2215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7618AFD-BE86-9874-76E8-B640B8D18246}"/>
              </a:ext>
            </a:extLst>
          </p:cNvPr>
          <p:cNvCxnSpPr>
            <a:cxnSpLocks/>
            <a:stCxn id="16" idx="4"/>
            <a:endCxn id="15" idx="0"/>
          </p:cNvCxnSpPr>
          <p:nvPr/>
        </p:nvCxnSpPr>
        <p:spPr>
          <a:xfrm flipH="1">
            <a:off x="9873930" y="6057199"/>
            <a:ext cx="4368" cy="1997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51CC88A-24EA-99D1-FA31-9F9092FA7803}"/>
              </a:ext>
            </a:extLst>
          </p:cNvPr>
          <p:cNvCxnSpPr>
            <a:cxnSpLocks/>
            <a:stCxn id="14" idx="4"/>
            <a:endCxn id="13" idx="0"/>
          </p:cNvCxnSpPr>
          <p:nvPr/>
        </p:nvCxnSpPr>
        <p:spPr>
          <a:xfrm>
            <a:off x="11616243" y="5283997"/>
            <a:ext cx="152941" cy="2361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1A99F7F-1F95-DE82-CE2D-AF9585C2B265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10627422" y="4643015"/>
            <a:ext cx="988821" cy="2218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1C2103A-FBF0-1BEE-84A5-9C5C962F55EA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V="1">
            <a:off x="9867133" y="4643015"/>
            <a:ext cx="723586" cy="2267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B00EB2B-31B1-F9B6-9123-8A83E6E66A22}"/>
              </a:ext>
            </a:extLst>
          </p:cNvPr>
          <p:cNvCxnSpPr>
            <a:cxnSpLocks/>
            <a:stCxn id="12" idx="0"/>
            <a:endCxn id="7" idx="4"/>
          </p:cNvCxnSpPr>
          <p:nvPr/>
        </p:nvCxnSpPr>
        <p:spPr>
          <a:xfrm flipH="1" flipV="1">
            <a:off x="10590719" y="4643015"/>
            <a:ext cx="214504" cy="2267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971E694-1F7C-86A1-EEAD-1B1439C55483}"/>
              </a:ext>
            </a:extLst>
          </p:cNvPr>
          <p:cNvCxnSpPr>
            <a:cxnSpLocks/>
            <a:stCxn id="16" idx="0"/>
            <a:endCxn id="11" idx="4"/>
          </p:cNvCxnSpPr>
          <p:nvPr/>
        </p:nvCxnSpPr>
        <p:spPr>
          <a:xfrm flipH="1" flipV="1">
            <a:off x="9867133" y="5288876"/>
            <a:ext cx="11165" cy="3492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7135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757D1-7997-A1C6-2E45-C5DC4964A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FF85-D0B3-F8C6-19DD-AD706E448F9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67198" y="1745152"/>
            <a:ext cx="6799263" cy="29238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This week we looked at AVL trees following your lab task; we also considered the Maybe datatype as a way of handling errors.</a:t>
            </a:r>
            <a:br>
              <a:rPr lang="en-GB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GB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en-GB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Finally, we also had a quick look at Maths expression grammars.</a:t>
            </a:r>
            <a:br>
              <a:rPr lang="en-GB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kumimoji="0" lang="en-GB" sz="4000" i="0" u="none" strike="noStrike" kern="1200" cap="none" spc="0" normalizeH="0" baseline="0" noProof="0" dirty="0">
              <a:solidFill>
                <a:schemeClr val="tx1"/>
              </a:solidFill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750539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Inner Slide O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Title Slide O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Title Slide Op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1542</TotalTime>
  <Words>2036</Words>
  <Application>Microsoft Macintosh PowerPoint</Application>
  <PresentationFormat>Widescreen</PresentationFormat>
  <Paragraphs>300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Comic Sans MS</vt:lpstr>
      <vt:lpstr>Cambria Math</vt:lpstr>
      <vt:lpstr>Calibri</vt:lpstr>
      <vt:lpstr>Title Slide Options</vt:lpstr>
      <vt:lpstr>Default Inner Slide Options</vt:lpstr>
      <vt:lpstr>Section Title Slide Options</vt:lpstr>
      <vt:lpstr>End Title Slide Option</vt:lpstr>
      <vt:lpstr>4CM525 Functional Programming</vt:lpstr>
      <vt:lpstr>4CM525 Functional Programming Lecture 8 AVL Trees, Grammar for Maths expressions &amp; Maybe</vt:lpstr>
      <vt:lpstr>Today</vt:lpstr>
      <vt:lpstr>AVL trees</vt:lpstr>
      <vt:lpstr>The basic data type</vt:lpstr>
      <vt:lpstr>Concepts of height and balance factor</vt:lpstr>
      <vt:lpstr>Search is easy …</vt:lpstr>
      <vt:lpstr>Insert can cause trouble: Getting out of balance</vt:lpstr>
      <vt:lpstr>And fixing things … rotations</vt:lpstr>
      <vt:lpstr>Single Rotation: Left Rotation</vt:lpstr>
      <vt:lpstr>Double Rotation: Left Right Rotation</vt:lpstr>
      <vt:lpstr>Left Rotation in Code</vt:lpstr>
      <vt:lpstr>Right Rotation in Code (just for completeness)</vt:lpstr>
      <vt:lpstr>Let’s look at insert then! Slide 1 of 3</vt:lpstr>
      <vt:lpstr>Let’s look at insert then! Slide 2 of 3</vt:lpstr>
      <vt:lpstr>Let’s look at insert then! Slide 1 of 3</vt:lpstr>
      <vt:lpstr>Deleting nodes: this is also trouble!</vt:lpstr>
      <vt:lpstr>Partial and total functions</vt:lpstr>
      <vt:lpstr>Why should we care (unless we want to do maths?)</vt:lpstr>
      <vt:lpstr>The return of the Higher-order function!</vt:lpstr>
      <vt:lpstr>Tail and head from prelude</vt:lpstr>
      <vt:lpstr>Say hello to Maybe</vt:lpstr>
      <vt:lpstr>PowerPoint Presentation</vt:lpstr>
      <vt:lpstr>Grammar for (simple) Math Expressions</vt:lpstr>
      <vt:lpstr>This week we looked at AVL trees following your lab task; we also considered the Maybe datatype as a way of handling errors.  Finally, we also had a quick look at Maths expression grammars.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Muessig</dc:creator>
  <cp:lastModifiedBy>Stephan Reiff-Marganiec</cp:lastModifiedBy>
  <cp:revision>3</cp:revision>
  <dcterms:created xsi:type="dcterms:W3CDTF">2021-03-18T09:19:43Z</dcterms:created>
  <dcterms:modified xsi:type="dcterms:W3CDTF">2024-11-23T12:39:31Z</dcterms:modified>
</cp:coreProperties>
</file>