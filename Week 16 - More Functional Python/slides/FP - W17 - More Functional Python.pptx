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5B83662-E84C-41F5-8E0F-C97C693BF67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577A1B-CA3D-4FE6-A6D9-1664BCEFE4C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D659E6D-53F3-4690-9B35-C2EEE91846A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7752B6B-FDD4-46EE-9A08-EDF08A5B098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B8EBA9-C690-48AC-8AFF-4853F677160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C185D4D-D84D-4C9C-A2EB-7CE5B667FF7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8E2120D-7476-4D51-85ED-B715A0B1D33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3984C4-5330-43CA-8F3E-FAED19809A7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F22C49F-2756-49BD-A4A9-6BE2F908B9AA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18FAE6-D7EF-409A-83F7-88E2602A5DF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9CF0220-B750-4D02-96D0-AEFB7489D7F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EFF4543-806D-4B4B-BBA8-46947FDBA72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7B4443-93CE-4A72-99E7-CDA3C864578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04A990-B52F-400F-9015-D60AF9117B0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E5172E-258D-4203-B1BC-026CA199492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4A24C9-4480-4912-AEA3-8176960475A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E7F50-3E4F-4656-8614-6D45F903ED8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5C4BDD-FFDA-4C95-B419-17AD12906E2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6260DA-3C41-4167-B37D-5B81D334C0D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2AE7A2-F2C1-43EE-8733-9DF05CAD16D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C7FE63-AE98-45CF-9781-CC2E3D0CCFD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71FFFC-AEA6-4FC3-AB54-B63C78D8EC4E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5C0784-0EA2-4AC0-8C59-D0F0C65A1ED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BEDE1F-F867-41B0-A1EE-0008DD931BFA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CE26F1-3037-4496-BEA4-667E7D9AE6F4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52AA1-BABD-4337-A4DC-8474DCCDBF74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50DCEC-BF10-40DC-93EF-81117E6EB4E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58C07-E5F6-478D-9549-DE478FCE7279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EFBBF-0416-43A0-874C-5B280DF9D660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08AE77-317C-4223-A7E3-96F9E2AB4E73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27293-51FB-4E23-9F2A-7ACCB653B9E8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DD90C1-7893-49AB-8545-596A2537EC43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5C071-60C1-40C5-B28A-409EE2085B2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44620-D469-4AE4-B843-51113150390F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99A3C-834C-48B7-9B0D-4C97E91BD79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6965F0-4367-49A0-83E1-7F456690D5F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9A297B2-7658-4ED1-9867-653DD8FA0416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30365DA-BAFD-4988-825E-707941B4EA29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A226D0A-3425-4D24-A7F9-675FA0F5803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63A7E0E-3E4F-4135-8AE8-7EBFA3D2C084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F20B4BB-DB6D-400B-B404-82C45BD54D07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F74F9B9-1980-459D-8683-BEF4A1D5111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FC1D91-BB9A-418F-A6C0-07C3F4CAE85F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142B126-B0C1-440D-B17B-D5C4B2A1632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CAF9E9C-F515-4D5B-8B41-8FBB5CED840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E1204AD-0473-4322-B6B8-B67E580F15DC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B597F02-9502-4A1D-A1BB-337EB2278BF5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837F982-1AF9-4987-95BC-57E2E8DE42D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2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3EDDAF-BE1B-4D52-A300-39773F056E1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620BFD-3C1F-46E5-9C4C-1D856CBB7D84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454877-1127-40FB-95FF-AB060975D1D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5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accent3"/>
          </a:solidFill>
          <a:ln w="9525">
            <a:solidFill>
              <a:srgbClr val="eb5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400" spc="-1" strike="noStrike">
                <a:solidFill>
                  <a:schemeClr val="lt1"/>
                </a:solidFill>
                <a:latin typeface="Arial"/>
                <a:ea typeface="Arial"/>
              </a:rPr>
              <a:t>Not relevant for the assessment of the module!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6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7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8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2D7731-B988-41B5-8888-98AC1D3A2CB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dabeaz.com/coroutines/" TargetMode="External"/><Relationship Id="rId2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forms.gle/YU1mjxjBjBf8hyvH7" TargetMode="External"/><Relationship Id="rId3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Functional Programming</a:t>
            </a:r>
            <a:br>
              <a:rPr sz="4200"/>
            </a:br>
            <a:r>
              <a:rPr b="0" lang="el" sz="2200" spc="-1" strike="noStrike">
                <a:solidFill>
                  <a:schemeClr val="accent1"/>
                </a:solidFill>
                <a:latin typeface="Lato"/>
                <a:ea typeface="Lato"/>
              </a:rPr>
              <a:t>Python + Functional Programming = 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Markos Vassilis, 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8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17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Python Generators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FA0DA-BC65-4B11-9EF0-0425899B9F4C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Generating Integers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Are there any issues with the following script?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br>
              <a:rPr sz="1050"/>
            </a:b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def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nums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3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return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[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for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</a:rPr>
              <a:t>range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)]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3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if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__name__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== </a:t>
            </a:r>
            <a:r>
              <a:rPr b="0" lang="el" sz="13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"__main__"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3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2000000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triang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3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sum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3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nums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3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</a:t>
            </a:r>
            <a:r>
              <a:rPr b="0" lang="el" sz="13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"The </a:t>
            </a: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3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th triangular number: </a:t>
            </a: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3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triang</a:t>
            </a:r>
            <a:r>
              <a:rPr b="0" lang="el" sz="13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3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."</a:t>
            </a:r>
            <a:r>
              <a:rPr b="0" lang="el" sz="13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E3800A-7703-4C49-BC8E-6E41BB9C898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Saving Up Memory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 remember all that stuff? We can just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generate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it.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def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4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nums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4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4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&lt;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4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yield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+= </a:t>
            </a:r>
            <a:r>
              <a:rPr b="0" lang="el" sz="14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if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__name__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== </a:t>
            </a:r>
            <a:r>
              <a:rPr b="0" lang="el" sz="14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"__main__"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4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20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triang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4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sum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4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nums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4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</a:t>
            </a:r>
            <a:r>
              <a:rPr b="0" lang="el" sz="14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"The </a:t>
            </a: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4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th triangular number: </a:t>
            </a: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4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triang</a:t>
            </a:r>
            <a:r>
              <a:rPr b="0" lang="el" sz="14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4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."</a:t>
            </a:r>
            <a:r>
              <a:rPr b="0" lang="el" sz="14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4DD473-5A4D-45CD-9040-2278853DBA5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But, Why?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57804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Less memory - each time we keep only one number in memory, not all of them ~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range()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vs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list()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They are also conceptually close to coroutines.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your are deeply into this, there’s a nice Python 2 course: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http://dabeaz.com/coroutines/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To verify that generators use quite less memory, run the script shown next!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EFFA18-D59E-457A-B553-746FC81EA0F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4307760" y="1447560"/>
            <a:ext cx="422820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# gen_mem.py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from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</a:rPr>
              <a:t>sys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import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getsizeof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as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sizeof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__name__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== 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"__main__"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**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</a:rPr>
              <a:t>range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l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[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050" spc="-1" strike="noStrike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</a:rPr>
              <a:t>range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</a:rPr>
              <a:t>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"Size of generator: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sizeof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 bytes"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"Size of list     :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{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sizeof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l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</a:rPr>
              <a:t> bytes"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Consolas"/>
                <a:ea typeface="Consolas"/>
              </a:rPr>
              <a:t>next()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think of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generators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as functions that essentially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create a sequence of items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instead of just returning a single item.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you call a function, </a:t>
            </a:r>
            <a:r>
              <a:rPr b="0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something happens.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you call a generator,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nothing happens!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you want to get the next value of a generator, you can use the built–in next() function — or .next() for Python 2.x: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= (</a:t>
            </a: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5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for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</a:t>
            </a:r>
            <a:r>
              <a:rPr b="0" lang="el" sz="15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in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[</a:t>
            </a:r>
            <a:r>
              <a:rPr b="0" lang="el" sz="15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2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, </a:t>
            </a:r>
            <a:r>
              <a:rPr b="0" lang="el" sz="15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3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, </a:t>
            </a:r>
            <a:r>
              <a:rPr b="0" lang="el" sz="15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5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, </a:t>
            </a:r>
            <a:r>
              <a:rPr b="0" lang="el" sz="15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7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, </a:t>
            </a:r>
            <a:r>
              <a:rPr b="0" lang="el" sz="15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11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5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</a:t>
            </a:r>
            <a:r>
              <a:rPr b="0" lang="el" sz="15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# &lt;generator object &lt;genexpr&gt; at 0x00000226D7094880&gt;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5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5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next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)) </a:t>
            </a:r>
            <a:r>
              <a:rPr b="0" lang="el" sz="15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# 2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5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print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550" spc="-1" strike="noStrike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</a:rPr>
              <a:t>next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(</a:t>
            </a:r>
            <a:r>
              <a:rPr b="0" lang="el" sz="15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x</a:t>
            </a:r>
            <a:r>
              <a:rPr b="0" lang="el" sz="15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)) </a:t>
            </a:r>
            <a:r>
              <a:rPr b="0" lang="el" sz="15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# 3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EF0F66-27DE-4615-8AC4-CC22277E976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Simple 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code shown next implements a simple function that loads a file line by line.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case a line is empty, we just sleep for a while and check again…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means that any changes on the file might be tracked.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17BB3E-77D3-4EB9-8ADA-157DADDE1E7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75200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import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time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load_file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.seek(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,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Go to the file start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.readline()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not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time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sleep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0.1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Sleep briefly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continue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Another Simple 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powerful Linux Bash tool is grep, which allows to filter the contents of files.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easily and implement a lightweight variant using Python.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relevant code is shown next.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also use the file loader we implemented before!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86BBD6-4913-4E40-8625-33F55CA8AC4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75200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grep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pattern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,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pattern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with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open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"error.log"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, 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"r"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as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logfile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loglines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load_file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logfile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info_lines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grep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"I"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,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loglines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info_lines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line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Another Simple Example?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source/send.py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dummy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():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while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17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True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17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Fancy way of writing yield x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17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** </a:t>
            </a:r>
            <a:r>
              <a:rPr b="0" lang="el" sz="117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2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__name__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== </a:t>
            </a:r>
            <a:r>
              <a:rPr b="0" lang="el" sz="117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"__main__"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dummy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()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next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What is this for?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send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4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And this?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next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What about that?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send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(-</a:t>
            </a:r>
            <a:r>
              <a:rPr b="0" lang="el" sz="117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3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Or that?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next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17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17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 </a:t>
            </a:r>
            <a:r>
              <a:rPr b="0" lang="el" sz="117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Or that?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0D2142-8EB1-402D-A030-7513C37681D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Consolas"/>
                <a:ea typeface="Consolas"/>
              </a:rPr>
              <a:t>.send()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.send() function of a generator “sends” information to the generator, in the sense of updating the value of the yield expression.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But, which yield expression?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one appearing in our case as a right value (i.e., on the RHS of the assignment operator).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this roughly implements a bilateral communication between the generator and the outer world.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Useful in async(io).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Remember your Networks Systems Development module…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04D184-A70A-46F4-921F-451A638B6CF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Infinite Generators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600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also define infinite generators: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source/gen_003.py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start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=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start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+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__name__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== 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"__main__"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[]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&gt;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10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break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.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append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F07910-862D-4D98-8090-259FAB66DB0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Primality (Again)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# source/gen_003.py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start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=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start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+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</a:rPr>
              <a:t>def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primes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sieve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 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2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]):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nums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2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all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%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k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&gt;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k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sieve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yield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__name__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== 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"__main__"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for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in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primes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():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&gt;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</a:rPr>
              <a:t>200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</a:rPr>
              <a:t>break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 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x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,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end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=</a:t>
            </a:r>
            <a:r>
              <a:rPr b="0" lang="el" sz="1050" spc="-1" strike="noStrike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</a:rPr>
              <a:t>" "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   </a:t>
            </a:r>
            <a:r>
              <a:rPr b="0" lang="el" sz="1050" spc="-1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</a:rPr>
              <a:t>print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</a:rPr>
              <a:t>()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771819-081A-4A79-B31E-840A6BEC779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1" dur="indefinite" restart="never" nodeType="tmRoot">
          <p:childTnLst>
            <p:seq>
              <p:cTn id="262" dur="indefinite" nodeType="mainSeq">
                <p:childTnLst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Also, In Haskell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Haskell is always prettier (and cooler) when it comes to functional stuff: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main :: IO()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main = print (take 100 primes)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primes :: [Integer]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primes = sieve [2..]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where sieve (p:xs) = p : sieve [x | x &lt;- xs, rem x p &gt; 0]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6DC99A-F103-4794-A9DE-7B196987E52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0054EB-F11D-4FFC-895B-12F99F269C2F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You Read Books?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case you have not fully implemented last week’s lab, you can find the instructions here: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./labs/books_lab_01.pdf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this is relevant to your assignment, take care to work on all tasks, especially the ones related to the actual Goodreads dataset.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B7933D-EB3A-4470-827E-42B33512A91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Functional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a refresher on Functional Programming using Python, you can also follow the lab found here: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./labs/5CM524 Lab 9.docx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Have fun!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1B3F42-A465-4990-81B7-3AD757E2781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19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 in the questionnaire shown right!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E8BD9B-1390-4622-9490-87914088575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5" name="Google Shape;233;p32" descr=""/>
          <p:cNvPicPr/>
          <p:nvPr/>
        </p:nvPicPr>
        <p:blipFill>
          <a:blip r:embed="rId1"/>
          <a:stretch/>
        </p:blipFill>
        <p:spPr>
          <a:xfrm>
            <a:off x="4724280" y="802440"/>
            <a:ext cx="3337560" cy="333756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234;p32"/>
          <p:cNvSpPr/>
          <p:nvPr/>
        </p:nvSpPr>
        <p:spPr>
          <a:xfrm>
            <a:off x="4724280" y="4105080"/>
            <a:ext cx="35845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2"/>
              </a:rPr>
              <a:t>https://forms.gle/YU1mjxjBjBf8hyvH7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2026-02-02T12:26:11Z</dcterms:modified>
  <cp:revision>2</cp:revision>
  <dc:subject/>
  <dc:title/>
</cp:coreProperties>
</file>