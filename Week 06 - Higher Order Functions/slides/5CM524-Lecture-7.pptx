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2" r:id="rId1"/>
    <p:sldMasterId id="2147483660" r:id="rId2"/>
    <p:sldMasterId id="2147483687" r:id="rId3"/>
    <p:sldMasterId id="2147483688" r:id="rId4"/>
  </p:sldMasterIdLst>
  <p:notesMasterIdLst>
    <p:notesMasterId r:id="rId20"/>
  </p:notesMasterIdLst>
  <p:handoutMasterIdLst>
    <p:handoutMasterId r:id="rId21"/>
  </p:handoutMasterIdLst>
  <p:sldIdLst>
    <p:sldId id="279" r:id="rId5"/>
    <p:sldId id="284" r:id="rId6"/>
    <p:sldId id="293" r:id="rId7"/>
    <p:sldId id="312" r:id="rId8"/>
    <p:sldId id="317" r:id="rId9"/>
    <p:sldId id="318" r:id="rId10"/>
    <p:sldId id="316" r:id="rId11"/>
    <p:sldId id="319" r:id="rId12"/>
    <p:sldId id="320" r:id="rId13"/>
    <p:sldId id="313" r:id="rId14"/>
    <p:sldId id="311" r:id="rId15"/>
    <p:sldId id="294" r:id="rId16"/>
    <p:sldId id="301" r:id="rId17"/>
    <p:sldId id="305" r:id="rId18"/>
    <p:sldId id="292" r:id="rId19"/>
  </p:sldIdLst>
  <p:sldSz cx="12192000" cy="6858000"/>
  <p:notesSz cx="6858000" cy="9144000"/>
  <p:embeddedFontLst>
    <p:embeddedFont>
      <p:font typeface="Comic Sans MS" panose="030F0702030302020204" pitchFamily="66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phen Muessig" initials="SM" lastIdx="1" clrIdx="0">
    <p:extLst>
      <p:ext uri="{19B8F6BF-5375-455C-9EA6-DF929625EA0E}">
        <p15:presenceInfo xmlns:p15="http://schemas.microsoft.com/office/powerpoint/2012/main" userId="S::783655@derby.ac.uk::7cbef656-c224-4823-a7ca-5bdfffe516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4F5"/>
    <a:srgbClr val="CECFD0"/>
    <a:srgbClr val="AB9668"/>
    <a:srgbClr val="E83A5F"/>
    <a:srgbClr val="9DA0A1"/>
    <a:srgbClr val="FEFB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C0877B-9EC5-4D09-AEBA-D212F24CB375}" v="4" dt="2024-11-18T09:28:37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4"/>
  </p:normalViewPr>
  <p:slideViewPr>
    <p:cSldViewPr snapToGrid="0">
      <p:cViewPr varScale="1">
        <p:scale>
          <a:sx n="84" d="100"/>
          <a:sy n="84" d="100"/>
        </p:scale>
        <p:origin x="372" y="12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 Reiff-Marganiec" userId="01d46c1f-18bd-4200-a0f3-6735a5e2e25c" providerId="ADAL" clId="{00C0877B-9EC5-4D09-AEBA-D212F24CB375}"/>
    <pc:docChg chg="custSel addSld delSld modSld sldOrd">
      <pc:chgData name="Stephan Reiff-Marganiec" userId="01d46c1f-18bd-4200-a0f3-6735a5e2e25c" providerId="ADAL" clId="{00C0877B-9EC5-4D09-AEBA-D212F24CB375}" dt="2024-11-18T10:22:13.802" v="3780" actId="20577"/>
      <pc:docMkLst>
        <pc:docMk/>
      </pc:docMkLst>
      <pc:sldChg chg="modSp mod">
        <pc:chgData name="Stephan Reiff-Marganiec" userId="01d46c1f-18bd-4200-a0f3-6735a5e2e25c" providerId="ADAL" clId="{00C0877B-9EC5-4D09-AEBA-D212F24CB375}" dt="2024-11-18T08:16:09.870" v="1" actId="20577"/>
        <pc:sldMkLst>
          <pc:docMk/>
          <pc:sldMk cId="439625939" sldId="284"/>
        </pc:sldMkLst>
        <pc:spChg chg="mod">
          <ac:chgData name="Stephan Reiff-Marganiec" userId="01d46c1f-18bd-4200-a0f3-6735a5e2e25c" providerId="ADAL" clId="{00C0877B-9EC5-4D09-AEBA-D212F24CB375}" dt="2024-11-18T08:16:09.870" v="1" actId="20577"/>
          <ac:spMkLst>
            <pc:docMk/>
            <pc:sldMk cId="439625939" sldId="284"/>
            <ac:spMk id="2" creationId="{718ED9D1-3415-6641-0A15-90C3EC9F0116}"/>
          </ac:spMkLst>
        </pc:spChg>
      </pc:sldChg>
      <pc:sldChg chg="modSp mod">
        <pc:chgData name="Stephan Reiff-Marganiec" userId="01d46c1f-18bd-4200-a0f3-6735a5e2e25c" providerId="ADAL" clId="{00C0877B-9EC5-4D09-AEBA-D212F24CB375}" dt="2024-11-18T09:42:17.974" v="3153" actId="20577"/>
        <pc:sldMkLst>
          <pc:docMk/>
          <pc:sldMk cId="2242994235" sldId="293"/>
        </pc:sldMkLst>
        <pc:spChg chg="mod">
          <ac:chgData name="Stephan Reiff-Marganiec" userId="01d46c1f-18bd-4200-a0f3-6735a5e2e25c" providerId="ADAL" clId="{00C0877B-9EC5-4D09-AEBA-D212F24CB375}" dt="2024-11-18T09:42:17.974" v="3153" actId="20577"/>
          <ac:spMkLst>
            <pc:docMk/>
            <pc:sldMk cId="2242994235" sldId="293"/>
            <ac:spMk id="5" creationId="{685FBD3C-D6AE-C9BF-606E-EBDCAAD9155E}"/>
          </ac:spMkLst>
        </pc:spChg>
      </pc:sldChg>
      <pc:sldChg chg="modSp mod modNotesTx">
        <pc:chgData name="Stephan Reiff-Marganiec" userId="01d46c1f-18bd-4200-a0f3-6735a5e2e25c" providerId="ADAL" clId="{00C0877B-9EC5-4D09-AEBA-D212F24CB375}" dt="2024-11-18T09:38:14.199" v="3045" actId="20577"/>
        <pc:sldMkLst>
          <pc:docMk/>
          <pc:sldMk cId="727394117" sldId="294"/>
        </pc:sldMkLst>
        <pc:spChg chg="mod">
          <ac:chgData name="Stephan Reiff-Marganiec" userId="01d46c1f-18bd-4200-a0f3-6735a5e2e25c" providerId="ADAL" clId="{00C0877B-9EC5-4D09-AEBA-D212F24CB375}" dt="2024-11-18T09:30:40.589" v="2672" actId="20577"/>
          <ac:spMkLst>
            <pc:docMk/>
            <pc:sldMk cId="727394117" sldId="294"/>
            <ac:spMk id="4" creationId="{6F110E07-198F-E247-05E3-597F1DA8C10D}"/>
          </ac:spMkLst>
        </pc:spChg>
        <pc:spChg chg="mod">
          <ac:chgData name="Stephan Reiff-Marganiec" userId="01d46c1f-18bd-4200-a0f3-6735a5e2e25c" providerId="ADAL" clId="{00C0877B-9EC5-4D09-AEBA-D212F24CB375}" dt="2024-11-18T09:38:14.199" v="3045" actId="20577"/>
          <ac:spMkLst>
            <pc:docMk/>
            <pc:sldMk cId="727394117" sldId="294"/>
            <ac:spMk id="5" creationId="{94BACDA1-CF68-518C-009B-0F37417ECD26}"/>
          </ac:spMkLst>
        </pc:spChg>
      </pc:sldChg>
      <pc:sldChg chg="delSp modSp del mod">
        <pc:chgData name="Stephan Reiff-Marganiec" userId="01d46c1f-18bd-4200-a0f3-6735a5e2e25c" providerId="ADAL" clId="{00C0877B-9EC5-4D09-AEBA-D212F24CB375}" dt="2024-11-18T08:41:28.082" v="1448" actId="47"/>
        <pc:sldMkLst>
          <pc:docMk/>
          <pc:sldMk cId="643184459" sldId="297"/>
        </pc:sldMkLst>
        <pc:spChg chg="del">
          <ac:chgData name="Stephan Reiff-Marganiec" userId="01d46c1f-18bd-4200-a0f3-6735a5e2e25c" providerId="ADAL" clId="{00C0877B-9EC5-4D09-AEBA-D212F24CB375}" dt="2024-11-18T08:19:23.145" v="71" actId="478"/>
          <ac:spMkLst>
            <pc:docMk/>
            <pc:sldMk cId="643184459" sldId="297"/>
            <ac:spMk id="2" creationId="{D50BFCB6-12F0-89E5-9B8F-321AC92C125B}"/>
          </ac:spMkLst>
        </pc:spChg>
        <pc:spChg chg="del">
          <ac:chgData name="Stephan Reiff-Marganiec" userId="01d46c1f-18bd-4200-a0f3-6735a5e2e25c" providerId="ADAL" clId="{00C0877B-9EC5-4D09-AEBA-D212F24CB375}" dt="2024-11-18T08:19:23.145" v="71" actId="478"/>
          <ac:spMkLst>
            <pc:docMk/>
            <pc:sldMk cId="643184459" sldId="297"/>
            <ac:spMk id="3" creationId="{21083E3B-A145-C7F7-AD2C-14FD237DFF5E}"/>
          </ac:spMkLst>
        </pc:spChg>
        <pc:spChg chg="mod">
          <ac:chgData name="Stephan Reiff-Marganiec" userId="01d46c1f-18bd-4200-a0f3-6735a5e2e25c" providerId="ADAL" clId="{00C0877B-9EC5-4D09-AEBA-D212F24CB375}" dt="2024-11-18T08:17:11.512" v="59" actId="20577"/>
          <ac:spMkLst>
            <pc:docMk/>
            <pc:sldMk cId="643184459" sldId="297"/>
            <ac:spMk id="4" creationId="{B3B6C6E3-45C0-F2B8-A10C-B649E8E475BD}"/>
          </ac:spMkLst>
        </pc:spChg>
        <pc:spChg chg="mod">
          <ac:chgData name="Stephan Reiff-Marganiec" userId="01d46c1f-18bd-4200-a0f3-6735a5e2e25c" providerId="ADAL" clId="{00C0877B-9EC5-4D09-AEBA-D212F24CB375}" dt="2024-11-18T08:23:44.706" v="357" actId="20577"/>
          <ac:spMkLst>
            <pc:docMk/>
            <pc:sldMk cId="643184459" sldId="297"/>
            <ac:spMk id="5" creationId="{900B026E-074C-1002-72B0-AEC80377BC03}"/>
          </ac:spMkLst>
        </pc:spChg>
        <pc:spChg chg="del">
          <ac:chgData name="Stephan Reiff-Marganiec" userId="01d46c1f-18bd-4200-a0f3-6735a5e2e25c" providerId="ADAL" clId="{00C0877B-9EC5-4D09-AEBA-D212F24CB375}" dt="2024-11-18T08:19:23.145" v="71" actId="478"/>
          <ac:spMkLst>
            <pc:docMk/>
            <pc:sldMk cId="643184459" sldId="297"/>
            <ac:spMk id="6" creationId="{D38169F4-33A0-8A7C-82A8-5DB34F7A6AED}"/>
          </ac:spMkLst>
        </pc:spChg>
        <pc:spChg chg="del">
          <ac:chgData name="Stephan Reiff-Marganiec" userId="01d46c1f-18bd-4200-a0f3-6735a5e2e25c" providerId="ADAL" clId="{00C0877B-9EC5-4D09-AEBA-D212F24CB375}" dt="2024-11-18T08:19:23.145" v="71" actId="478"/>
          <ac:spMkLst>
            <pc:docMk/>
            <pc:sldMk cId="643184459" sldId="297"/>
            <ac:spMk id="7" creationId="{CCC745AF-40B2-C6CE-2B66-ADB915E059EB}"/>
          </ac:spMkLst>
        </pc:spChg>
        <pc:spChg chg="del">
          <ac:chgData name="Stephan Reiff-Marganiec" userId="01d46c1f-18bd-4200-a0f3-6735a5e2e25c" providerId="ADAL" clId="{00C0877B-9EC5-4D09-AEBA-D212F24CB375}" dt="2024-11-18T08:19:23.145" v="71" actId="478"/>
          <ac:spMkLst>
            <pc:docMk/>
            <pc:sldMk cId="643184459" sldId="297"/>
            <ac:spMk id="8" creationId="{4EAEFC14-FFFB-E8F2-33B9-29DCC85F6E33}"/>
          </ac:spMkLst>
        </pc:spChg>
        <pc:spChg chg="del">
          <ac:chgData name="Stephan Reiff-Marganiec" userId="01d46c1f-18bd-4200-a0f3-6735a5e2e25c" providerId="ADAL" clId="{00C0877B-9EC5-4D09-AEBA-D212F24CB375}" dt="2024-11-18T08:19:23.145" v="71" actId="478"/>
          <ac:spMkLst>
            <pc:docMk/>
            <pc:sldMk cId="643184459" sldId="297"/>
            <ac:spMk id="9" creationId="{5E7A2330-4F38-7417-8BFA-03ABCC880969}"/>
          </ac:spMkLst>
        </pc:spChg>
      </pc:sldChg>
      <pc:sldChg chg="modSp mod">
        <pc:chgData name="Stephan Reiff-Marganiec" userId="01d46c1f-18bd-4200-a0f3-6735a5e2e25c" providerId="ADAL" clId="{00C0877B-9EC5-4D09-AEBA-D212F24CB375}" dt="2024-11-18T10:22:13.802" v="3780" actId="20577"/>
        <pc:sldMkLst>
          <pc:docMk/>
          <pc:sldMk cId="3462713569" sldId="301"/>
        </pc:sldMkLst>
        <pc:spChg chg="mod">
          <ac:chgData name="Stephan Reiff-Marganiec" userId="01d46c1f-18bd-4200-a0f3-6735a5e2e25c" providerId="ADAL" clId="{00C0877B-9EC5-4D09-AEBA-D212F24CB375}" dt="2024-11-18T09:41:25.793" v="3113" actId="20577"/>
          <ac:spMkLst>
            <pc:docMk/>
            <pc:sldMk cId="3462713569" sldId="301"/>
            <ac:spMk id="2" creationId="{53A49953-BE89-27E2-41BF-3898DBF04E2B}"/>
          </ac:spMkLst>
        </pc:spChg>
        <pc:spChg chg="mod">
          <ac:chgData name="Stephan Reiff-Marganiec" userId="01d46c1f-18bd-4200-a0f3-6735a5e2e25c" providerId="ADAL" clId="{00C0877B-9EC5-4D09-AEBA-D212F24CB375}" dt="2024-11-18T10:22:13.802" v="3780" actId="20577"/>
          <ac:spMkLst>
            <pc:docMk/>
            <pc:sldMk cId="3462713569" sldId="301"/>
            <ac:spMk id="4" creationId="{0E829499-07E5-4630-A7BE-A22BAC8044F4}"/>
          </ac:spMkLst>
        </pc:spChg>
      </pc:sldChg>
      <pc:sldChg chg="del">
        <pc:chgData name="Stephan Reiff-Marganiec" userId="01d46c1f-18bd-4200-a0f3-6735a5e2e25c" providerId="ADAL" clId="{00C0877B-9EC5-4D09-AEBA-D212F24CB375}" dt="2024-11-18T09:41:58.181" v="3141" actId="47"/>
        <pc:sldMkLst>
          <pc:docMk/>
          <pc:sldMk cId="1390568453" sldId="304"/>
        </pc:sldMkLst>
      </pc:sldChg>
      <pc:sldChg chg="modSp mod">
        <pc:chgData name="Stephan Reiff-Marganiec" userId="01d46c1f-18bd-4200-a0f3-6735a5e2e25c" providerId="ADAL" clId="{00C0877B-9EC5-4D09-AEBA-D212F24CB375}" dt="2024-11-18T10:09:59.090" v="3704" actId="20577"/>
        <pc:sldMkLst>
          <pc:docMk/>
          <pc:sldMk cId="818188974" sldId="305"/>
        </pc:sldMkLst>
        <pc:spChg chg="mod">
          <ac:chgData name="Stephan Reiff-Marganiec" userId="01d46c1f-18bd-4200-a0f3-6735a5e2e25c" providerId="ADAL" clId="{00C0877B-9EC5-4D09-AEBA-D212F24CB375}" dt="2024-11-18T09:41:48.336" v="3140" actId="2711"/>
          <ac:spMkLst>
            <pc:docMk/>
            <pc:sldMk cId="818188974" sldId="305"/>
            <ac:spMk id="4" creationId="{A6F48F78-1A85-0B5F-B28A-BC989B91BF32}"/>
          </ac:spMkLst>
        </pc:spChg>
        <pc:spChg chg="mod">
          <ac:chgData name="Stephan Reiff-Marganiec" userId="01d46c1f-18bd-4200-a0f3-6735a5e2e25c" providerId="ADAL" clId="{00C0877B-9EC5-4D09-AEBA-D212F24CB375}" dt="2024-11-18T10:09:59.090" v="3704" actId="20577"/>
          <ac:spMkLst>
            <pc:docMk/>
            <pc:sldMk cId="818188974" sldId="305"/>
            <ac:spMk id="5" creationId="{85AFD2F4-8B2A-0C82-46D0-40B010FF4E68}"/>
          </ac:spMkLst>
        </pc:spChg>
      </pc:sldChg>
      <pc:sldChg chg="del">
        <pc:chgData name="Stephan Reiff-Marganiec" userId="01d46c1f-18bd-4200-a0f3-6735a5e2e25c" providerId="ADAL" clId="{00C0877B-9EC5-4D09-AEBA-D212F24CB375}" dt="2024-11-18T09:41:58.181" v="3141" actId="47"/>
        <pc:sldMkLst>
          <pc:docMk/>
          <pc:sldMk cId="538747096" sldId="309"/>
        </pc:sldMkLst>
      </pc:sldChg>
      <pc:sldChg chg="del">
        <pc:chgData name="Stephan Reiff-Marganiec" userId="01d46c1f-18bd-4200-a0f3-6735a5e2e25c" providerId="ADAL" clId="{00C0877B-9EC5-4D09-AEBA-D212F24CB375}" dt="2024-11-18T09:41:58.181" v="3141" actId="47"/>
        <pc:sldMkLst>
          <pc:docMk/>
          <pc:sldMk cId="3669164711" sldId="310"/>
        </pc:sldMkLst>
      </pc:sldChg>
      <pc:sldChg chg="addSp modSp mod">
        <pc:chgData name="Stephan Reiff-Marganiec" userId="01d46c1f-18bd-4200-a0f3-6735a5e2e25c" providerId="ADAL" clId="{00C0877B-9EC5-4D09-AEBA-D212F24CB375}" dt="2024-11-18T09:30:21.413" v="2652" actId="20577"/>
        <pc:sldMkLst>
          <pc:docMk/>
          <pc:sldMk cId="3853374924" sldId="311"/>
        </pc:sldMkLst>
        <pc:spChg chg="mod">
          <ac:chgData name="Stephan Reiff-Marganiec" userId="01d46c1f-18bd-4200-a0f3-6735a5e2e25c" providerId="ADAL" clId="{00C0877B-9EC5-4D09-AEBA-D212F24CB375}" dt="2024-11-18T09:26:51.028" v="2438" actId="20577"/>
          <ac:spMkLst>
            <pc:docMk/>
            <pc:sldMk cId="3853374924" sldId="311"/>
            <ac:spMk id="4" creationId="{3E31D8E8-3948-B27D-5AB2-774DD5F9B67E}"/>
          </ac:spMkLst>
        </pc:spChg>
        <pc:spChg chg="mod">
          <ac:chgData name="Stephan Reiff-Marganiec" userId="01d46c1f-18bd-4200-a0f3-6735a5e2e25c" providerId="ADAL" clId="{00C0877B-9EC5-4D09-AEBA-D212F24CB375}" dt="2024-11-18T09:30:21.413" v="2652" actId="20577"/>
          <ac:spMkLst>
            <pc:docMk/>
            <pc:sldMk cId="3853374924" sldId="311"/>
            <ac:spMk id="5" creationId="{0D6676EA-A7E3-F86B-47EA-803796F323D3}"/>
          </ac:spMkLst>
        </pc:spChg>
        <pc:picChg chg="add mod">
          <ac:chgData name="Stephan Reiff-Marganiec" userId="01d46c1f-18bd-4200-a0f3-6735a5e2e25c" providerId="ADAL" clId="{00C0877B-9EC5-4D09-AEBA-D212F24CB375}" dt="2024-11-18T09:27:39.147" v="2442" actId="1076"/>
          <ac:picMkLst>
            <pc:docMk/>
            <pc:sldMk cId="3853374924" sldId="311"/>
            <ac:picMk id="3" creationId="{5663E0E8-7B43-5038-AFD9-A27F3A868512}"/>
          </ac:picMkLst>
        </pc:picChg>
        <pc:picChg chg="add mod">
          <ac:chgData name="Stephan Reiff-Marganiec" userId="01d46c1f-18bd-4200-a0f3-6735a5e2e25c" providerId="ADAL" clId="{00C0877B-9EC5-4D09-AEBA-D212F24CB375}" dt="2024-11-18T09:28:41.307" v="2463" actId="1076"/>
          <ac:picMkLst>
            <pc:docMk/>
            <pc:sldMk cId="3853374924" sldId="311"/>
            <ac:picMk id="7" creationId="{F349A01D-F9FE-7C57-A17E-105CF219089E}"/>
          </ac:picMkLst>
        </pc:picChg>
      </pc:sldChg>
      <pc:sldChg chg="modSp mod">
        <pc:chgData name="Stephan Reiff-Marganiec" userId="01d46c1f-18bd-4200-a0f3-6735a5e2e25c" providerId="ADAL" clId="{00C0877B-9EC5-4D09-AEBA-D212F24CB375}" dt="2024-11-18T08:34:31.551" v="935" actId="20577"/>
        <pc:sldMkLst>
          <pc:docMk/>
          <pc:sldMk cId="1621581350" sldId="312"/>
        </pc:sldMkLst>
        <pc:spChg chg="mod">
          <ac:chgData name="Stephan Reiff-Marganiec" userId="01d46c1f-18bd-4200-a0f3-6735a5e2e25c" providerId="ADAL" clId="{00C0877B-9EC5-4D09-AEBA-D212F24CB375}" dt="2024-11-18T08:34:31.551" v="935" actId="20577"/>
          <ac:spMkLst>
            <pc:docMk/>
            <pc:sldMk cId="1621581350" sldId="312"/>
            <ac:spMk id="2" creationId="{A07D5100-D3AF-5B58-4898-3A946B56BAEC}"/>
          </ac:spMkLst>
        </pc:spChg>
        <pc:spChg chg="mod">
          <ac:chgData name="Stephan Reiff-Marganiec" userId="01d46c1f-18bd-4200-a0f3-6735a5e2e25c" providerId="ADAL" clId="{00C0877B-9EC5-4D09-AEBA-D212F24CB375}" dt="2024-11-18T08:33:23.248" v="769" actId="20577"/>
          <ac:spMkLst>
            <pc:docMk/>
            <pc:sldMk cId="1621581350" sldId="312"/>
            <ac:spMk id="4" creationId="{8F32FE14-90AC-7BF9-0252-28E1919E13DD}"/>
          </ac:spMkLst>
        </pc:spChg>
      </pc:sldChg>
      <pc:sldChg chg="modSp mod">
        <pc:chgData name="Stephan Reiff-Marganiec" userId="01d46c1f-18bd-4200-a0f3-6735a5e2e25c" providerId="ADAL" clId="{00C0877B-9EC5-4D09-AEBA-D212F24CB375}" dt="2024-11-18T10:21:31.666" v="3757" actId="20577"/>
        <pc:sldMkLst>
          <pc:docMk/>
          <pc:sldMk cId="2715165107" sldId="313"/>
        </pc:sldMkLst>
        <pc:spChg chg="mod">
          <ac:chgData name="Stephan Reiff-Marganiec" userId="01d46c1f-18bd-4200-a0f3-6735a5e2e25c" providerId="ADAL" clId="{00C0877B-9EC5-4D09-AEBA-D212F24CB375}" dt="2024-11-18T10:21:31.666" v="3757" actId="20577"/>
          <ac:spMkLst>
            <pc:docMk/>
            <pc:sldMk cId="2715165107" sldId="313"/>
            <ac:spMk id="2" creationId="{E1188A8C-0918-045A-61F0-CDD4D6AA94E7}"/>
          </ac:spMkLst>
        </pc:spChg>
        <pc:spChg chg="mod">
          <ac:chgData name="Stephan Reiff-Marganiec" userId="01d46c1f-18bd-4200-a0f3-6735a5e2e25c" providerId="ADAL" clId="{00C0877B-9EC5-4D09-AEBA-D212F24CB375}" dt="2024-11-18T09:21:27.819" v="2007" actId="20577"/>
          <ac:spMkLst>
            <pc:docMk/>
            <pc:sldMk cId="2715165107" sldId="313"/>
            <ac:spMk id="4" creationId="{2C059E95-B717-3453-2C45-3290E2CB1ABA}"/>
          </ac:spMkLst>
        </pc:spChg>
      </pc:sldChg>
      <pc:sldChg chg="del">
        <pc:chgData name="Stephan Reiff-Marganiec" userId="01d46c1f-18bd-4200-a0f3-6735a5e2e25c" providerId="ADAL" clId="{00C0877B-9EC5-4D09-AEBA-D212F24CB375}" dt="2024-11-18T09:41:58.181" v="3141" actId="47"/>
        <pc:sldMkLst>
          <pc:docMk/>
          <pc:sldMk cId="1763882760" sldId="314"/>
        </pc:sldMkLst>
      </pc:sldChg>
      <pc:sldChg chg="del">
        <pc:chgData name="Stephan Reiff-Marganiec" userId="01d46c1f-18bd-4200-a0f3-6735a5e2e25c" providerId="ADAL" clId="{00C0877B-9EC5-4D09-AEBA-D212F24CB375}" dt="2024-11-18T09:41:58.181" v="3141" actId="47"/>
        <pc:sldMkLst>
          <pc:docMk/>
          <pc:sldMk cId="2484256252" sldId="315"/>
        </pc:sldMkLst>
      </pc:sldChg>
      <pc:sldChg chg="addSp modSp add mod">
        <pc:chgData name="Stephan Reiff-Marganiec" userId="01d46c1f-18bd-4200-a0f3-6735a5e2e25c" providerId="ADAL" clId="{00C0877B-9EC5-4D09-AEBA-D212F24CB375}" dt="2024-11-18T08:47:59.820" v="1764" actId="113"/>
        <pc:sldMkLst>
          <pc:docMk/>
          <pc:sldMk cId="2183636186" sldId="316"/>
        </pc:sldMkLst>
        <pc:spChg chg="mod">
          <ac:chgData name="Stephan Reiff-Marganiec" userId="01d46c1f-18bd-4200-a0f3-6735a5e2e25c" providerId="ADAL" clId="{00C0877B-9EC5-4D09-AEBA-D212F24CB375}" dt="2024-11-18T08:47:59.820" v="1764" actId="113"/>
          <ac:spMkLst>
            <pc:docMk/>
            <pc:sldMk cId="2183636186" sldId="316"/>
            <ac:spMk id="2" creationId="{A07D5100-D3AF-5B58-4898-3A946B56BAEC}"/>
          </ac:spMkLst>
        </pc:spChg>
        <pc:spChg chg="add mod">
          <ac:chgData name="Stephan Reiff-Marganiec" userId="01d46c1f-18bd-4200-a0f3-6735a5e2e25c" providerId="ADAL" clId="{00C0877B-9EC5-4D09-AEBA-D212F24CB375}" dt="2024-11-18T08:47:18.340" v="1741" actId="1076"/>
          <ac:spMkLst>
            <pc:docMk/>
            <pc:sldMk cId="2183636186" sldId="316"/>
            <ac:spMk id="7" creationId="{986F6BDE-DFF2-70E4-9D00-B7B4D60FF5CB}"/>
          </ac:spMkLst>
        </pc:spChg>
        <pc:picChg chg="add mod">
          <ac:chgData name="Stephan Reiff-Marganiec" userId="01d46c1f-18bd-4200-a0f3-6735a5e2e25c" providerId="ADAL" clId="{00C0877B-9EC5-4D09-AEBA-D212F24CB375}" dt="2024-11-18T08:47:30.468" v="1746" actId="1076"/>
          <ac:picMkLst>
            <pc:docMk/>
            <pc:sldMk cId="2183636186" sldId="316"/>
            <ac:picMk id="6" creationId="{5487643C-282B-1280-08AE-E239DF2F86E1}"/>
          </ac:picMkLst>
        </pc:picChg>
      </pc:sldChg>
      <pc:sldChg chg="modSp add mod">
        <pc:chgData name="Stephan Reiff-Marganiec" userId="01d46c1f-18bd-4200-a0f3-6735a5e2e25c" providerId="ADAL" clId="{00C0877B-9EC5-4D09-AEBA-D212F24CB375}" dt="2024-11-18T08:36:24.271" v="1083" actId="20577"/>
        <pc:sldMkLst>
          <pc:docMk/>
          <pc:sldMk cId="1229942710" sldId="317"/>
        </pc:sldMkLst>
        <pc:spChg chg="mod">
          <ac:chgData name="Stephan Reiff-Marganiec" userId="01d46c1f-18bd-4200-a0f3-6735a5e2e25c" providerId="ADAL" clId="{00C0877B-9EC5-4D09-AEBA-D212F24CB375}" dt="2024-11-18T08:36:24.271" v="1083" actId="20577"/>
          <ac:spMkLst>
            <pc:docMk/>
            <pc:sldMk cId="1229942710" sldId="317"/>
            <ac:spMk id="2" creationId="{A07D5100-D3AF-5B58-4898-3A946B56BAEC}"/>
          </ac:spMkLst>
        </pc:spChg>
      </pc:sldChg>
      <pc:sldChg chg="modSp add mod">
        <pc:chgData name="Stephan Reiff-Marganiec" userId="01d46c1f-18bd-4200-a0f3-6735a5e2e25c" providerId="ADAL" clId="{00C0877B-9EC5-4D09-AEBA-D212F24CB375}" dt="2024-11-18T08:42:39.635" v="1500" actId="20577"/>
        <pc:sldMkLst>
          <pc:docMk/>
          <pc:sldMk cId="1197769518" sldId="318"/>
        </pc:sldMkLst>
        <pc:spChg chg="mod">
          <ac:chgData name="Stephan Reiff-Marganiec" userId="01d46c1f-18bd-4200-a0f3-6735a5e2e25c" providerId="ADAL" clId="{00C0877B-9EC5-4D09-AEBA-D212F24CB375}" dt="2024-11-18T08:42:39.635" v="1500" actId="20577"/>
          <ac:spMkLst>
            <pc:docMk/>
            <pc:sldMk cId="1197769518" sldId="318"/>
            <ac:spMk id="2" creationId="{A07D5100-D3AF-5B58-4898-3A946B56BAEC}"/>
          </ac:spMkLst>
        </pc:spChg>
        <pc:spChg chg="mod">
          <ac:chgData name="Stephan Reiff-Marganiec" userId="01d46c1f-18bd-4200-a0f3-6735a5e2e25c" providerId="ADAL" clId="{00C0877B-9EC5-4D09-AEBA-D212F24CB375}" dt="2024-11-18T08:35:48.380" v="1038" actId="20577"/>
          <ac:spMkLst>
            <pc:docMk/>
            <pc:sldMk cId="1197769518" sldId="318"/>
            <ac:spMk id="4" creationId="{8F32FE14-90AC-7BF9-0252-28E1919E13DD}"/>
          </ac:spMkLst>
        </pc:spChg>
      </pc:sldChg>
      <pc:sldChg chg="delSp modSp add mod">
        <pc:chgData name="Stephan Reiff-Marganiec" userId="01d46c1f-18bd-4200-a0f3-6735a5e2e25c" providerId="ADAL" clId="{00C0877B-9EC5-4D09-AEBA-D212F24CB375}" dt="2024-11-18T09:44:20.725" v="3246" actId="20577"/>
        <pc:sldMkLst>
          <pc:docMk/>
          <pc:sldMk cId="2096416315" sldId="319"/>
        </pc:sldMkLst>
        <pc:spChg chg="mod">
          <ac:chgData name="Stephan Reiff-Marganiec" userId="01d46c1f-18bd-4200-a0f3-6735a5e2e25c" providerId="ADAL" clId="{00C0877B-9EC5-4D09-AEBA-D212F24CB375}" dt="2024-11-18T09:44:20.725" v="3246" actId="20577"/>
          <ac:spMkLst>
            <pc:docMk/>
            <pc:sldMk cId="2096416315" sldId="319"/>
            <ac:spMk id="2" creationId="{A07D5100-D3AF-5B58-4898-3A946B56BAEC}"/>
          </ac:spMkLst>
        </pc:spChg>
        <pc:spChg chg="del">
          <ac:chgData name="Stephan Reiff-Marganiec" userId="01d46c1f-18bd-4200-a0f3-6735a5e2e25c" providerId="ADAL" clId="{00C0877B-9EC5-4D09-AEBA-D212F24CB375}" dt="2024-11-18T08:59:27.834" v="1859" actId="478"/>
          <ac:spMkLst>
            <pc:docMk/>
            <pc:sldMk cId="2096416315" sldId="319"/>
            <ac:spMk id="7" creationId="{986F6BDE-DFF2-70E4-9D00-B7B4D60FF5CB}"/>
          </ac:spMkLst>
        </pc:spChg>
        <pc:picChg chg="del">
          <ac:chgData name="Stephan Reiff-Marganiec" userId="01d46c1f-18bd-4200-a0f3-6735a5e2e25c" providerId="ADAL" clId="{00C0877B-9EC5-4D09-AEBA-D212F24CB375}" dt="2024-11-18T08:59:27.834" v="1859" actId="478"/>
          <ac:picMkLst>
            <pc:docMk/>
            <pc:sldMk cId="2096416315" sldId="319"/>
            <ac:picMk id="6" creationId="{5487643C-282B-1280-08AE-E239DF2F86E1}"/>
          </ac:picMkLst>
        </pc:picChg>
      </pc:sldChg>
      <pc:sldChg chg="modSp add mod ord">
        <pc:chgData name="Stephan Reiff-Marganiec" userId="01d46c1f-18bd-4200-a0f3-6735a5e2e25c" providerId="ADAL" clId="{00C0877B-9EC5-4D09-AEBA-D212F24CB375}" dt="2024-11-18T09:19:28.571" v="1989" actId="20577"/>
        <pc:sldMkLst>
          <pc:docMk/>
          <pc:sldMk cId="2719265866" sldId="320"/>
        </pc:sldMkLst>
        <pc:spChg chg="mod">
          <ac:chgData name="Stephan Reiff-Marganiec" userId="01d46c1f-18bd-4200-a0f3-6735a5e2e25c" providerId="ADAL" clId="{00C0877B-9EC5-4D09-AEBA-D212F24CB375}" dt="2024-11-18T09:19:28.571" v="1989" actId="20577"/>
          <ac:spMkLst>
            <pc:docMk/>
            <pc:sldMk cId="2719265866" sldId="320"/>
            <ac:spMk id="2" creationId="{A07D5100-D3AF-5B58-4898-3A946B56BAEC}"/>
          </ac:spMkLst>
        </pc:spChg>
        <pc:spChg chg="mod">
          <ac:chgData name="Stephan Reiff-Marganiec" userId="01d46c1f-18bd-4200-a0f3-6735a5e2e25c" providerId="ADAL" clId="{00C0877B-9EC5-4D09-AEBA-D212F24CB375}" dt="2024-11-18T09:18:55.512" v="1875" actId="20577"/>
          <ac:spMkLst>
            <pc:docMk/>
            <pc:sldMk cId="2719265866" sldId="320"/>
            <ac:spMk id="4" creationId="{8F32FE14-90AC-7BF9-0252-28E1919E13D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604652-5E11-4230-9000-8C35082972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5CF6F-D16A-4F0E-B917-05BE8D0834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DA0036-09DF-4D2A-AEFF-E9AB792F28D5}" type="datetimeFigureOut">
              <a:rPr lang="en-GB" smtClean="0"/>
              <a:t>18/11/2024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F2FA1-71D1-470E-B479-A40F328294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055A2-8A6C-43FA-9F2D-E10D53E42C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8236D-37A7-43F7-9CEB-34F295D135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4094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74208-728D-D446-8F2A-557B5FF9CB05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B9F09-74A6-D04B-8146-D9B1DE984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36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78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D47C2-B699-C6FC-DF21-852534258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4EAB8-0A75-1DB6-1446-041CF56A0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DDAA7-4B8C-1811-F1E8-9B75995A2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20FCF-5DF1-6A70-8CE9-6FEF2AC56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44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8A973-0B05-D6E2-CBFE-8C702A292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187BF-73D0-F788-32F7-B1A6120CC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EEBC2-AC65-508B-2D05-740FC3F15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6374C-14E7-8F51-95C9-7E10E8916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98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A87D-F252-7687-6CBA-A2646A4C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51907-8157-EF3A-C514-0B28F319A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A39D7-E6ED-464A-C63C-67D47C70D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00D63-65E4-7765-92EF-C454C0088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34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A87D-F252-7687-6CBA-A2646A4C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51907-8157-EF3A-C514-0B28F319A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A39D7-E6ED-464A-C63C-67D47C70D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00D63-65E4-7765-92EF-C454C0088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3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A87D-F252-7687-6CBA-A2646A4C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51907-8157-EF3A-C514-0B28F319A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A39D7-E6ED-464A-C63C-67D47C70D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00D63-65E4-7765-92EF-C454C0088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11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A87D-F252-7687-6CBA-A2646A4C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51907-8157-EF3A-C514-0B28F319A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A39D7-E6ED-464A-C63C-67D47C70D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00D63-65E4-7765-92EF-C454C0088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97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A87D-F252-7687-6CBA-A2646A4C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51907-8157-EF3A-C514-0B28F319A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A39D7-E6ED-464A-C63C-67D47C70D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00D63-65E4-7765-92EF-C454C0088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03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A87D-F252-7687-6CBA-A2646A4C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51907-8157-EF3A-C514-0B28F319A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A39D7-E6ED-464A-C63C-67D47C70D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00D63-65E4-7765-92EF-C454C0088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8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23B3A-675A-1E9E-13F6-C65B52933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3AC21-C1AF-98FB-FB80-F74964030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C21DE-991E-72FA-C284-B8C6F961D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9B1D5-841A-830E-50B3-8FD57D4FA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22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D058-E181-8E5F-687C-4D2F1F22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D2B43-7C1F-B64E-26CF-12E97D342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DF679-BB68-781B-3513-02CB5283D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CD138-B731-243E-92D2-3816E471E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78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D7AE0-F0BE-79C2-9E7E-972B886EE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8FBF9-F48F-F3A7-7061-86C8024BD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EAF57-171B-B444-2E14-CBDC2DD8C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back at where the &lt;, &gt; </a:t>
            </a:r>
            <a:r>
              <a:rPr lang="en-US" dirty="0" err="1"/>
              <a:t>etc</a:t>
            </a:r>
            <a:r>
              <a:rPr lang="en-US" dirty="0"/>
              <a:t> was used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F2FC6-5C66-D81A-908F-166B2C6AF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78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E63BA-4124-FC89-2627-AF2283C2A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8C676-FFD2-4508-686E-9D176D506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8CA388-6E15-DC8D-38DB-51E99FFD8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FFBBC-C5E8-AD5B-C13F-C5FF7C253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793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D2844-034B-F5DA-2E88-E11A94D8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9F03C2-1C1E-ECFC-E1B5-12BB495B5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03318-A159-6193-7DF8-A9BD1CB6C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0399F-4338-842C-6006-06DAD1FDF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488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9F7D6-B447-712A-66BB-391D8E8C6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E93A40-73B4-D7A5-F92C-4DC1046CF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59291-0472-7363-8EE2-6EC9CB8BC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AE9C4-FCDE-7FC8-6FAF-381696080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78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University of Derby Logo">
            <a:extLst>
              <a:ext uri="{FF2B5EF4-FFF2-40B4-BE49-F238E27FC236}">
                <a16:creationId xmlns:a16="http://schemas.microsoft.com/office/drawing/2014/main" id="{56D74247-88E8-486E-9FA8-3C25A135B1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041" y="373818"/>
            <a:ext cx="976408" cy="989171"/>
          </a:xfrm>
          <a:prstGeom prst="rect">
            <a:avLst/>
          </a:prstGeom>
        </p:spPr>
      </p:pic>
      <p:pic>
        <p:nvPicPr>
          <p:cNvPr id="2" name="Picture 1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4733D3B3-40AE-BF86-CE7B-439049903ED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735" y="5924332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753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Option 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Derby Logo">
            <a:extLst>
              <a:ext uri="{FF2B5EF4-FFF2-40B4-BE49-F238E27FC236}">
                <a16:creationId xmlns:a16="http://schemas.microsoft.com/office/drawing/2014/main" id="{5CD4B156-5E4A-ED68-2B68-0F51AA2842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BA232F-E2A5-4C45-76E7-2E89173DE5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735" y="5927383"/>
            <a:ext cx="418005" cy="56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61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versity of Derby Logo">
            <a:extLst>
              <a:ext uri="{FF2B5EF4-FFF2-40B4-BE49-F238E27FC236}">
                <a16:creationId xmlns:a16="http://schemas.microsoft.com/office/drawing/2014/main" id="{444FD617-6C2D-4513-9458-B423D236DB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  <p:pic>
        <p:nvPicPr>
          <p:cNvPr id="3" name="Picture 2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A63E25F7-3764-70C6-B801-0C3349C879B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735" y="5924332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67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versity of Derby Logo">
            <a:extLst>
              <a:ext uri="{FF2B5EF4-FFF2-40B4-BE49-F238E27FC236}">
                <a16:creationId xmlns:a16="http://schemas.microsoft.com/office/drawing/2014/main" id="{298B09FA-9037-457E-ABF5-4606C5BB6C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041" y="373818"/>
            <a:ext cx="976408" cy="9891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38C34E-C9C6-4766-4940-7D750675CB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735" y="5927383"/>
            <a:ext cx="418005" cy="56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99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BA232F-E2A5-4C45-76E7-2E89173DE5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735" y="5927383"/>
            <a:ext cx="418005" cy="567510"/>
          </a:xfrm>
          <a:prstGeom prst="rect">
            <a:avLst/>
          </a:prstGeom>
        </p:spPr>
      </p:pic>
      <p:pic>
        <p:nvPicPr>
          <p:cNvPr id="8" name="Picture 7" descr="University of Derby Logo">
            <a:extLst>
              <a:ext uri="{FF2B5EF4-FFF2-40B4-BE49-F238E27FC236}">
                <a16:creationId xmlns:a16="http://schemas.microsoft.com/office/drawing/2014/main" id="{BE29B393-711A-C9F2-0837-B448E88B3D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041" y="373818"/>
            <a:ext cx="976408" cy="98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80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Inn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2ADAF4DC-3D58-BE65-22A7-3427D5211A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413" y="6182886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0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/Blue Accessibility Option">
    <p:bg>
      <p:bgPr>
        <a:solidFill>
          <a:srgbClr val="ED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B1E41A37-450A-2EDE-73FF-B31D1C5E0A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413" y="6182886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550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yslexia Accessibility Option">
    <p:bg>
      <p:bgPr>
        <a:solidFill>
          <a:srgbClr val="FEFB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884D7F82-3B95-DE3F-8695-78964CA688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413" y="6182886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526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Slide Option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University of Derby Logo">
            <a:extLst>
              <a:ext uri="{FF2B5EF4-FFF2-40B4-BE49-F238E27FC236}">
                <a16:creationId xmlns:a16="http://schemas.microsoft.com/office/drawing/2014/main" id="{EB9286DE-D286-45D1-B9D6-B0AF16D897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714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Title Slide Option 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University of Derby Logo">
            <a:extLst>
              <a:ext uri="{FF2B5EF4-FFF2-40B4-BE49-F238E27FC236}">
                <a16:creationId xmlns:a16="http://schemas.microsoft.com/office/drawing/2014/main" id="{EB9286DE-D286-45D1-B9D6-B0AF16D897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81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Title Slide Option 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University of Derby Logo">
            <a:extLst>
              <a:ext uri="{FF2B5EF4-FFF2-40B4-BE49-F238E27FC236}">
                <a16:creationId xmlns:a16="http://schemas.microsoft.com/office/drawing/2014/main" id="{EB9286DE-D286-45D1-B9D6-B0AF16D897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36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Title Slide Option 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University of Derby Logo">
            <a:extLst>
              <a:ext uri="{FF2B5EF4-FFF2-40B4-BE49-F238E27FC236}">
                <a16:creationId xmlns:a16="http://schemas.microsoft.com/office/drawing/2014/main" id="{EB9286DE-D286-45D1-B9D6-B0AF16D897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421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Inn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2ADAF4DC-3D58-BE65-22A7-3427D5211A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413" y="6182886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3687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Title Slide Opt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0457326B-AEDA-C427-159C-58A4826275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3965" y="5924331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79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276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0" r:id="rId2"/>
    <p:sldLayoutId id="2147483685" r:id="rId3"/>
    <p:sldLayoutId id="2147483686" r:id="rId4"/>
    <p:sldLayoutId id="214748368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46C0F0-6525-4640-8756-D75A5DA09724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25400">
            <a:solidFill>
              <a:srgbClr val="9DA0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47B83616-CECF-476F-A98B-502B4428A49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7249" y="226334"/>
            <a:ext cx="970338" cy="9830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BB7826-BDB1-4376-8783-E00BD22989CB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</p:spTree>
    <p:extLst>
      <p:ext uri="{BB962C8B-B14F-4D97-AF65-F5344CB8AC3E}">
        <p14:creationId xmlns:p14="http://schemas.microsoft.com/office/powerpoint/2010/main" val="147619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608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79" r:id="rId2"/>
    <p:sldLayoutId id="2147483680" r:id="rId3"/>
    <p:sldLayoutId id="2147483681" r:id="rId4"/>
    <p:sldLayoutId id="214748369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ED7BD53-FEB5-4B7E-A03C-B2E105D4E3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8041" y="373818"/>
            <a:ext cx="976407" cy="9891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918B86-6EAC-48BC-934C-E30B4D7295A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9690" y="734801"/>
            <a:ext cx="1063361" cy="26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5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ourfiniteworld.com/2017/06/12/falling-interest-rates-have-postponed-peak-oil/comment-page-4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tm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540E-CBCF-46A7-8746-963FF11322C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67198" y="1745152"/>
            <a:ext cx="6799263" cy="13239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4CM525</a:t>
            </a:r>
            <a:br>
              <a:rPr kumimoji="0" lang="en-GB" sz="4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sz="4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Functional Programming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9E6D359-338A-F391-293A-EC630323A706}"/>
              </a:ext>
            </a:extLst>
          </p:cNvPr>
          <p:cNvSpPr txBox="1">
            <a:spLocks/>
          </p:cNvSpPr>
          <p:nvPr/>
        </p:nvSpPr>
        <p:spPr>
          <a:xfrm>
            <a:off x="267198" y="3544111"/>
            <a:ext cx="4656494" cy="15696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Prof Stephan </a:t>
            </a:r>
            <a:r>
              <a:rPr lang="en-GB" sz="2400" b="1" err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Reiff-Marganiec</a:t>
            </a: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University of Derby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GB" sz="2400" b="1"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2024-2025</a:t>
            </a:r>
          </a:p>
        </p:txBody>
      </p:sp>
    </p:spTree>
    <p:extLst>
      <p:ext uri="{BB962C8B-B14F-4D97-AF65-F5344CB8AC3E}">
        <p14:creationId xmlns:p14="http://schemas.microsoft.com/office/powerpoint/2010/main" val="373633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7CCD-A396-05AE-2AFE-A270C5148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ED9D1-3415-6641-0A15-90C3EC9F01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67198" y="1745152"/>
            <a:ext cx="6799263" cy="169277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4CM525 Functional Programming</a:t>
            </a:r>
            <a:b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Lecture 7</a:t>
            </a:r>
            <a:b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Higher Order Functions 2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5321FFB-D1F6-61DE-21FE-EF8B0E0EDECE}"/>
              </a:ext>
            </a:extLst>
          </p:cNvPr>
          <p:cNvSpPr txBox="1">
            <a:spLocks/>
          </p:cNvSpPr>
          <p:nvPr/>
        </p:nvSpPr>
        <p:spPr>
          <a:xfrm>
            <a:off x="267198" y="5044665"/>
            <a:ext cx="4656494" cy="15696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Prof Stephan </a:t>
            </a:r>
            <a:r>
              <a:rPr lang="en-GB" sz="2400" b="1" err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Reiff-Marganiec</a:t>
            </a: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University of Derby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GB" sz="2400" b="1"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2024-2025</a:t>
            </a:r>
          </a:p>
        </p:txBody>
      </p:sp>
    </p:spTree>
    <p:extLst>
      <p:ext uri="{BB962C8B-B14F-4D97-AF65-F5344CB8AC3E}">
        <p14:creationId xmlns:p14="http://schemas.microsoft.com/office/powerpoint/2010/main" val="439625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7D9C8-C3C9-E844-58BE-30241D615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5AA48C-28CB-7B75-5AF0-D777BEF64B5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Today</a:t>
            </a:r>
            <a:endParaRPr kumimoji="0" lang="en-GB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85FBD3C-D6AE-C9BF-606E-EBDCAAD9155E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Sorting Algorithms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Higher order functions in sorting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994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7F55-6E6A-DC98-9411-AFDFA6C0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32FE14-90AC-7BF9-0252-28E1919E13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/>
              <a:t>Sorting Algorithms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86DFB3-EA25-C0A3-CA33-787EC147DA19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07D5100-D3AF-5B58-4898-3A946B56BAEC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Sorting algorithms rearrange a list into an order</a:t>
            </a: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sort [2, 7, 13, 5, 0] = [0, 2, 5, 7, 13]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Usually recursive, by sorting a smaller list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Elements in the list need to be a of a type that has order on them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Obviously you can also sort on other structures, e.g. trees using the right functions</a:t>
            </a:r>
          </a:p>
        </p:txBody>
      </p:sp>
    </p:spTree>
    <p:extLst>
      <p:ext uri="{BB962C8B-B14F-4D97-AF65-F5344CB8AC3E}">
        <p14:creationId xmlns:p14="http://schemas.microsoft.com/office/powerpoint/2010/main" val="1621581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7F55-6E6A-DC98-9411-AFDFA6C0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32FE14-90AC-7BF9-0252-28E1919E13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 err="1"/>
              <a:t>Insertsort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86DFB3-EA25-C0A3-CA33-787EC147DA19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07D5100-D3AF-5B58-4898-3A946B56BAEC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Idea: To sort the list, sort the tail recursively and then insert the head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Input: a list, output: a (sorted) list</a:t>
            </a: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insertsort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:: [Int] –&gt; [Int]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insertsort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[] = []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insertsort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(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x:xs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) = insert x (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insertsort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xs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) </a:t>
            </a:r>
          </a:p>
          <a:p>
            <a:pPr algn="l"/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insert :: Int -&gt; [Int] -&gt; [Int]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insert n [] = [n]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insert n (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x:xs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) | n &lt;= x = n:x:xs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                    | otherwise = x: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  <a:sym typeface="Wingdings" panose="05000000000000000000" pitchFamily="2" charset="2"/>
              </a:rPr>
              <a:t>(insert n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  <a:sym typeface="Wingdings" panose="05000000000000000000" pitchFamily="2" charset="2"/>
              </a:rPr>
              <a:t>xs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942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7F55-6E6A-DC98-9411-AFDFA6C0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32FE14-90AC-7BF9-0252-28E1919E13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/>
              <a:t>Quicksort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86DFB3-EA25-C0A3-CA33-787EC147DA19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07D5100-D3AF-5B58-4898-3A946B56BAEC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Idea: pick an n in the list, sort the list of all numbers smaller than n ++ all the n’s ++ sort the list of numbers greater than 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Input: a list, output: a (sorted) list</a:t>
            </a: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quicksort :: [Int] –&gt; [Int]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quicksort [] = []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quicksort (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x:xs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) = quicksort (less x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xs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)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			++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occs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x (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x:xs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)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			++ quicksort (more x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xs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) </a:t>
            </a:r>
          </a:p>
          <a:p>
            <a:pPr algn="l"/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Ok, we now need three ‘helpers’: less,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occs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more</a:t>
            </a:r>
          </a:p>
          <a:p>
            <a:pPr algn="l"/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769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7F55-6E6A-DC98-9411-AFDFA6C0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32FE14-90AC-7BF9-0252-28E1919E13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/>
              <a:t>Quicksort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86DFB3-EA25-C0A3-CA33-787EC147DA19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07D5100-D3AF-5B58-4898-3A946B56BAEC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less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given a number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a list returns a list with all elements smaller than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more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given a number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a list returns a list with all elements larger than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Comic Sans MS" panose="030F0702030302020204" pitchFamily="66" charset="0"/>
                <a:cs typeface="Arial" panose="020B0604020202020204" pitchFamily="34" charset="0"/>
              </a:rPr>
              <a:t>occs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given a number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a list returns a list with all occurrences of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b="1" i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b="1" i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can we implement these?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0" lvl="3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Using </a:t>
            </a:r>
            <a:r>
              <a:rPr lang="en-US" sz="2400" b="1" dirty="0">
                <a:latin typeface="Comic Sans MS" panose="030F0702030302020204" pitchFamily="66" charset="0"/>
                <a:cs typeface="Arial" panose="020B0604020202020204" pitchFamily="34" charset="0"/>
              </a:rPr>
              <a:t>filter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!!</a:t>
            </a:r>
          </a:p>
        </p:txBody>
      </p:sp>
      <p:pic>
        <p:nvPicPr>
          <p:cNvPr id="6" name="Picture 5" descr="A light bulb with a drawing of it&#10;&#10;Description automatically generated">
            <a:extLst>
              <a:ext uri="{FF2B5EF4-FFF2-40B4-BE49-F238E27FC236}">
                <a16:creationId xmlns:a16="http://schemas.microsoft.com/office/drawing/2014/main" id="{5487643C-282B-1280-08AE-E239DF2F86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28131" y="4537395"/>
            <a:ext cx="1642855" cy="14016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6F6BDE-DFF2-70E4-9D00-B7B4D60FF5CB}"/>
              </a:ext>
            </a:extLst>
          </p:cNvPr>
          <p:cNvSpPr txBox="1"/>
          <p:nvPr/>
        </p:nvSpPr>
        <p:spPr>
          <a:xfrm>
            <a:off x="688240" y="6167628"/>
            <a:ext cx="185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hlinkClick r:id="rId4" tooltip="https://ourfiniteworld.com/2017/06/12/falling-interest-rates-have-postponed-peak-oil/comment-page-4/"/>
              </a:rPr>
              <a:t>This Photo</a:t>
            </a:r>
            <a:r>
              <a:rPr lang="en-GB" sz="900" dirty="0"/>
              <a:t> by Unknown Author is licensed under </a:t>
            </a:r>
            <a:r>
              <a:rPr lang="en-GB" sz="900" dirty="0">
                <a:hlinkClick r:id="rId5" tooltip="https://creativecommons.org/licenses/by-nc/3.0/"/>
              </a:rPr>
              <a:t>CC BY-NC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2183636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7F55-6E6A-DC98-9411-AFDFA6C0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32FE14-90AC-7BF9-0252-28E1919E13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/>
              <a:t>Quicksort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86DFB3-EA25-C0A3-CA33-787EC147DA19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07D5100-D3AF-5B58-4898-3A946B56BAEC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less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given a number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a list returns a list with all elements smaller than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	less :: Int -&gt; [Int] -&gt; [Int]</a:t>
            </a:r>
          </a:p>
          <a:p>
            <a:pPr algn="l"/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	less n </a:t>
            </a:r>
            <a:r>
              <a:rPr lang="en-US" b="1" dirty="0" err="1">
                <a:latin typeface="Comic Sans MS" panose="030F0702030302020204" pitchFamily="66" charset="0"/>
                <a:cs typeface="Arial" panose="020B0604020202020204" pitchFamily="34" charset="0"/>
              </a:rPr>
              <a:t>xs</a:t>
            </a:r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 = filter (\x -&gt; x &lt; n) </a:t>
            </a:r>
            <a:r>
              <a:rPr lang="en-US" b="1" dirty="0" err="1">
                <a:latin typeface="Comic Sans MS" panose="030F0702030302020204" pitchFamily="66" charset="0"/>
                <a:cs typeface="Arial" panose="020B0604020202020204" pitchFamily="34" charset="0"/>
              </a:rPr>
              <a:t>xs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more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given a number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a list returns a list with all elements larger than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	more :: Int -&gt; [Int] -&gt; [Int]</a:t>
            </a:r>
          </a:p>
          <a:p>
            <a:pPr algn="l"/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	more n </a:t>
            </a:r>
            <a:r>
              <a:rPr lang="en-US" b="1" dirty="0" err="1">
                <a:latin typeface="Comic Sans MS" panose="030F0702030302020204" pitchFamily="66" charset="0"/>
                <a:cs typeface="Arial" panose="020B0604020202020204" pitchFamily="34" charset="0"/>
              </a:rPr>
              <a:t>xs</a:t>
            </a:r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 = filter (\x -&gt; x &gt; n) </a:t>
            </a:r>
            <a:r>
              <a:rPr lang="en-US" b="1" dirty="0" err="1">
                <a:latin typeface="Comic Sans MS" panose="030F0702030302020204" pitchFamily="66" charset="0"/>
                <a:cs typeface="Arial" panose="020B0604020202020204" pitchFamily="34" charset="0"/>
              </a:rPr>
              <a:t>xs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Comic Sans MS" panose="030F0702030302020204" pitchFamily="66" charset="0"/>
                <a:cs typeface="Arial" panose="020B0604020202020204" pitchFamily="34" charset="0"/>
              </a:rPr>
              <a:t>occs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given a number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a list returns a list with all occurrences of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b="1" i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	more :: Int -&gt; [Int] -&gt; [Int]</a:t>
            </a:r>
          </a:p>
          <a:p>
            <a:pPr algn="l"/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	more n </a:t>
            </a:r>
            <a:r>
              <a:rPr lang="en-US" b="1" dirty="0" err="1">
                <a:latin typeface="Comic Sans MS" panose="030F0702030302020204" pitchFamily="66" charset="0"/>
                <a:cs typeface="Arial" panose="020B0604020202020204" pitchFamily="34" charset="0"/>
              </a:rPr>
              <a:t>xs</a:t>
            </a:r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 = filter (\x -&gt; x == n) </a:t>
            </a:r>
            <a:r>
              <a:rPr lang="en-US" b="1" dirty="0" err="1">
                <a:latin typeface="Comic Sans MS" panose="030F0702030302020204" pitchFamily="66" charset="0"/>
                <a:cs typeface="Arial" panose="020B0604020202020204" pitchFamily="34" charset="0"/>
              </a:rPr>
              <a:t>xs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i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96416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7F55-6E6A-DC98-9411-AFDFA6C0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32FE14-90AC-7BF9-0252-28E1919E13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 err="1"/>
              <a:t>Mergesort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86DFB3-EA25-C0A3-CA33-787EC147DA19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07D5100-D3AF-5B58-4898-3A946B56BAEC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Idea: split list in half, sort each half recursively and then merge together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Input: a list, output: a (sorted) list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have seen this in an earlier lecture</a:t>
            </a: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265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26620-66C2-A86E-C304-5E9232BE7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C059E95-B717-3453-2C45-3290E2CB1AB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Sorting revisited!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B64C986-76BE-2980-2D8B-90E95AE73F2F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1188A8C-0918-045A-61F0-CDD4D6AA94E7}"/>
              </a:ext>
            </a:extLst>
          </p:cNvPr>
          <p:cNvSpPr txBox="1">
            <a:spLocks/>
          </p:cNvSpPr>
          <p:nvPr/>
        </p:nvSpPr>
        <p:spPr>
          <a:xfrm>
            <a:off x="586363" y="1408489"/>
            <a:ext cx="1150682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did all the sorting algorithms have in common?</a:t>
            </a:r>
          </a:p>
          <a:p>
            <a:pPr algn="r"/>
            <a:r>
              <a:rPr lang="en-US" dirty="0">
                <a:highlight>
                  <a:srgbClr val="EDF4F5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They worked on </a:t>
            </a:r>
            <a:r>
              <a:rPr lang="en-US" b="1" dirty="0">
                <a:highlight>
                  <a:srgbClr val="EDF4F5"/>
                </a:highlight>
                <a:latin typeface="Comic Sans MS" panose="030F0902030302020204" pitchFamily="66" charset="0"/>
                <a:cs typeface="Arial" panose="020B0604020202020204" pitchFamily="34" charset="0"/>
              </a:rPr>
              <a:t>[Int]</a:t>
            </a:r>
            <a:r>
              <a:rPr lang="en-US" dirty="0">
                <a:highlight>
                  <a:srgbClr val="EDF4F5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… what if I want to sort strings or characters?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problem:</a:t>
            </a: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quicksort :: [Int] –&gt; [Int] 	     quicksort :: Ord a =&gt; [a] –&gt; [a]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insertsort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:: [Int] –&gt; [Int] 	    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insertsort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:: Ord a =&gt; [a] –&gt; [a]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insert :: Int -&gt; [Int] -&gt; [Int]	     insert :: Ord a =&gt; a -&gt; [a] -&gt; [a]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let’s makes sure that the datatype has an order: they’ll be part of class Ord</a:t>
            </a:r>
          </a:p>
          <a:p>
            <a:pPr algn="l"/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r"/>
            <a:r>
              <a:rPr lang="en-US" dirty="0">
                <a:highlight>
                  <a:srgbClr val="EDF4F5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They ordered lists in ascending order, how do we get sorting algorithms that order in other ways, say descending?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165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398A8-1707-3793-6A6F-2ADE20118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E31D8E8-3948-B27D-5AB2-774DD5F9B67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Games tables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D6676EA-A7E3-F86B-47EA-803796F323D3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Sports or Computer games: highest scoring player on top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Simple table is [(name/team, points)]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do we sort this?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how do we sort in different 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way, say by player name?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663E0E8-7B43-5038-AFD9-A27F3A868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263" y="2823918"/>
            <a:ext cx="6144482" cy="3496163"/>
          </a:xfrm>
          <a:prstGeom prst="rect">
            <a:avLst/>
          </a:prstGeom>
        </p:spPr>
      </p:pic>
      <p:pic>
        <p:nvPicPr>
          <p:cNvPr id="7" name="Picture 6" descr="A screen shot of a game&#10;&#10;Description automatically generated">
            <a:extLst>
              <a:ext uri="{FF2B5EF4-FFF2-40B4-BE49-F238E27FC236}">
                <a16:creationId xmlns:a16="http://schemas.microsoft.com/office/drawing/2014/main" id="{F349A01D-F9FE-7C57-A17E-105CF2190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078" y="452778"/>
            <a:ext cx="2934109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74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9DC79-899E-CCAF-6D61-E7689B9FB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F110E07-198F-E247-05E3-597F1DA8C10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The return of the Higher-order function!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4BACDA1-CF68-518C-009B-0F37417ECD26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Recall: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Definition: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higher-order function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a function that takes a function as input and/or returns a function as output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So, we need to parametrize the order function in our sort algorithms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Let’s fix the type signatures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quicksort :: Ord a =&gt; (a -&gt; a -&gt; Bool) -&gt; [a] –&gt; [a]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insertsort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:: Ord a =&gt; (a -&gt; a -&gt; Bool) -&gt; [a] –&gt; [a]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394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D8FFA-EE68-C367-4D1D-4554D6899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E829499-07E5-4630-A7BE-A22BAC8044F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/>
              <a:t>Higher-order functions </a:t>
            </a:r>
            <a:r>
              <a:rPr lang="en-GB" sz="3200" dirty="0"/>
              <a:t>in sorting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52EFDA9-C093-EC7F-DD9B-2A4C78ADA48C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3A49953-BE89-27E2-41BF-3898DBF04E2B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Let’s look back where the comparisons were done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Quicksort: </a:t>
            </a:r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less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>
                <a:latin typeface="Comic Sans MS" panose="030F0702030302020204" pitchFamily="66" charset="0"/>
                <a:cs typeface="Arial" panose="020B0604020202020204" pitchFamily="34" charset="0"/>
              </a:rPr>
              <a:t>occs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more</a:t>
            </a:r>
          </a:p>
          <a:p>
            <a:pPr algn="l"/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	less :: Ord a =&gt; 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(a -&gt; a -&gt; Bool) -&gt; </a:t>
            </a:r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a -&gt; [a] -&gt; [a]</a:t>
            </a:r>
          </a:p>
          <a:p>
            <a:pPr algn="l"/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	less </a:t>
            </a:r>
            <a:r>
              <a:rPr lang="en-US" b="1" dirty="0" err="1">
                <a:latin typeface="Comic Sans MS" panose="030F0702030302020204" pitchFamily="66" charset="0"/>
                <a:cs typeface="Arial" panose="020B0604020202020204" pitchFamily="34" charset="0"/>
              </a:rPr>
              <a:t>ord</a:t>
            </a:r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 n </a:t>
            </a:r>
            <a:r>
              <a:rPr lang="en-US" b="1" dirty="0" err="1">
                <a:latin typeface="Comic Sans MS" panose="030F0702030302020204" pitchFamily="66" charset="0"/>
                <a:cs typeface="Arial" panose="020B0604020202020204" pitchFamily="34" charset="0"/>
              </a:rPr>
              <a:t>xs</a:t>
            </a:r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 = filter (\x -&gt; (</a:t>
            </a:r>
            <a:r>
              <a:rPr lang="en-US" b="1" dirty="0" err="1">
                <a:latin typeface="Comic Sans MS" panose="030F0702030302020204" pitchFamily="66" charset="0"/>
                <a:cs typeface="Arial" panose="020B0604020202020204" pitchFamily="34" charset="0"/>
              </a:rPr>
              <a:t>ord</a:t>
            </a:r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 n x)) </a:t>
            </a:r>
            <a:r>
              <a:rPr lang="en-US" b="1" dirty="0" err="1">
                <a:latin typeface="Comic Sans MS" panose="030F0702030302020204" pitchFamily="66" charset="0"/>
                <a:cs typeface="Arial" panose="020B0604020202020204" pitchFamily="34" charset="0"/>
              </a:rPr>
              <a:t>xs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b="1" dirty="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Insert Sort: 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insert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insert :: Ord a =&gt; (a -&gt; a -&gt; Bool) -&gt; a -&gt; [a] -&gt; [a]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insert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ord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n [] = [n]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insert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ord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n (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x:xs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) | (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ord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n x) = n:x:xs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                    	 | otherwise = x: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  <a:sym typeface="Wingdings" panose="05000000000000000000" pitchFamily="2" charset="2"/>
              </a:rPr>
              <a:t>(insert n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  <a:sym typeface="Wingdings" panose="05000000000000000000" pitchFamily="2" charset="2"/>
              </a:rPr>
              <a:t>xs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713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6472-D2E5-A936-2F95-E57B1C2AC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6F48F78-1A85-0B5F-B28A-BC989B91BF3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Leaves us to sort out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</a:rPr>
              <a:t>ord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5AFD2F4-8B2A-0C82-46D0-40B010FF4E68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ord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:: Ord a =&gt; a -&gt; a -&gt; Bool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function that determines the order of two items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(&lt;)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(&gt;)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 to get less as we had it before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less 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(&lt;) 5 </a:t>
            </a:r>
            <a:r>
              <a:rPr lang="en-US" b="1" dirty="0">
                <a:latin typeface="Comic Sans MS" panose="030F0702030302020204" pitchFamily="66" charset="0"/>
                <a:cs typeface="Arial" panose="020B0604020202020204" pitchFamily="34" charset="0"/>
              </a:rPr>
              <a:t>[4,5,6,7,8,9]</a:t>
            </a:r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 you can define your own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 order on pairs of (name, score) by score decreasing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lower :: (Ord a, Ord b) =&gt; (a, b) -&gt; (a, b) -&gt; Bool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lower (a1, b1) (a2, b2) = b1 &lt; b2 </a:t>
            </a:r>
          </a:p>
          <a:p>
            <a:pPr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	</a:t>
            </a:r>
          </a:p>
          <a:p>
            <a:pPr algn="l"/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188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757D1-7997-A1C6-2E45-C5DC4964A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FF85-D0B3-F8C6-19DD-AD706E448F9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67198" y="1745152"/>
            <a:ext cx="6799263" cy="15696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This week we looked at higher-order functions</a:t>
            </a:r>
            <a:br>
              <a:rPr lang="en-GB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GB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n-GB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We’ll look at more of this next week, but before you’ll try some in the lab.</a:t>
            </a:r>
            <a:endParaRPr kumimoji="0" lang="en-GB" sz="4000" i="0" u="none" strike="noStrike" kern="1200" cap="none" spc="0" normalizeH="0" baseline="0" noProof="0" dirty="0">
              <a:solidFill>
                <a:schemeClr val="tx1"/>
              </a:solidFill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750539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Inner Slide O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Title Slide O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Title Slide Op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</TotalTime>
  <Words>1150</Words>
  <Application>Microsoft Office PowerPoint</Application>
  <PresentationFormat>Widescreen</PresentationFormat>
  <Paragraphs>150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Comic Sans MS</vt:lpstr>
      <vt:lpstr>Arial</vt:lpstr>
      <vt:lpstr>Calibri</vt:lpstr>
      <vt:lpstr>Title Slide Options</vt:lpstr>
      <vt:lpstr>Default Inner Slide Options</vt:lpstr>
      <vt:lpstr>Section Title Slide Options</vt:lpstr>
      <vt:lpstr>End Title Slide Option</vt:lpstr>
      <vt:lpstr>4CM525 Functional Programming</vt:lpstr>
      <vt:lpstr>4CM525 Functional Programming Lecture 7 Higher Order Functions 2</vt:lpstr>
      <vt:lpstr>Today</vt:lpstr>
      <vt:lpstr>Sorting Algorithms</vt:lpstr>
      <vt:lpstr>Insertsort</vt:lpstr>
      <vt:lpstr>Quicksort</vt:lpstr>
      <vt:lpstr>Quicksort</vt:lpstr>
      <vt:lpstr>Quicksort</vt:lpstr>
      <vt:lpstr>Mergesort</vt:lpstr>
      <vt:lpstr>Sorting revisited!</vt:lpstr>
      <vt:lpstr>Games tables</vt:lpstr>
      <vt:lpstr>The return of the Higher-order function!</vt:lpstr>
      <vt:lpstr>Higher-order functions in sorting</vt:lpstr>
      <vt:lpstr>Leaves us to sort out ord</vt:lpstr>
      <vt:lpstr>This week we looked at higher-order functions  We’ll look at more of this next week, but before you’ll try some in the lab.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Muessig</dc:creator>
  <cp:lastModifiedBy>Stephan Reiff-Marganiec</cp:lastModifiedBy>
  <cp:revision>3</cp:revision>
  <dcterms:created xsi:type="dcterms:W3CDTF">2021-03-18T09:19:43Z</dcterms:created>
  <dcterms:modified xsi:type="dcterms:W3CDTF">2024-11-18T10:22:22Z</dcterms:modified>
</cp:coreProperties>
</file>